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1824F-6624-496B-8FC7-94DA8D0896D5}" v="24" dt="2026-10-16T14:28:30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Kireeti Nagumalli" userId="22bbfcb7a91a44b0" providerId="LiveId" clId="{F287590E-E63C-4E6C-802F-624B28724EE5}"/>
    <pc:docChg chg="modSld">
      <pc:chgData name="Arjun Kireeti Nagumalli" userId="22bbfcb7a91a44b0" providerId="LiveId" clId="{F287590E-E63C-4E6C-802F-624B28724EE5}" dt="2026-10-16T14:28:30.098" v="23"/>
      <pc:docMkLst>
        <pc:docMk/>
      </pc:docMkLst>
      <pc:sldChg chg="addSp">
        <pc:chgData name="Arjun Kireeti Nagumalli" userId="22bbfcb7a91a44b0" providerId="LiveId" clId="{F287590E-E63C-4E6C-802F-624B28724EE5}" dt="2026-10-16T14:12:08.975" v="0"/>
        <pc:sldMkLst>
          <pc:docMk/>
          <pc:sldMk cId="1570750093" sldId="256"/>
        </pc:sldMkLst>
        <pc:picChg chg="add">
          <ac:chgData name="Arjun Kireeti Nagumalli" userId="22bbfcb7a91a44b0" providerId="LiveId" clId="{F287590E-E63C-4E6C-802F-624B28724EE5}" dt="2026-10-16T14:12:08.975" v="0"/>
          <ac:picMkLst>
            <pc:docMk/>
            <pc:sldMk cId="1570750093" sldId="256"/>
            <ac:picMk id="14" creationId="{30106F0E-4048-F379-848C-642AE9F0C52F}"/>
          </ac:picMkLst>
        </pc:picChg>
      </pc:sldChg>
      <pc:sldChg chg="modSp">
        <pc:chgData name="Arjun Kireeti Nagumalli" userId="22bbfcb7a91a44b0" providerId="LiveId" clId="{F287590E-E63C-4E6C-802F-624B28724EE5}" dt="2026-10-16T14:15:14.439" v="1"/>
        <pc:sldMkLst>
          <pc:docMk/>
          <pc:sldMk cId="676338040" sldId="257"/>
        </pc:sldMkLst>
        <pc:spChg chg="mod">
          <ac:chgData name="Arjun Kireeti Nagumalli" userId="22bbfcb7a91a44b0" providerId="LiveId" clId="{F287590E-E63C-4E6C-802F-624B28724EE5}" dt="2026-10-16T14:15:14.439" v="1"/>
          <ac:spMkLst>
            <pc:docMk/>
            <pc:sldMk cId="676338040" sldId="257"/>
            <ac:spMk id="3" creationId="{D4712F73-2B13-AB30-C0D8-CBA5CE269654}"/>
          </ac:spMkLst>
        </pc:spChg>
      </pc:sldChg>
      <pc:sldChg chg="modSp">
        <pc:chgData name="Arjun Kireeti Nagumalli" userId="22bbfcb7a91a44b0" providerId="LiveId" clId="{F287590E-E63C-4E6C-802F-624B28724EE5}" dt="2026-10-16T14:16:40.466" v="7"/>
        <pc:sldMkLst>
          <pc:docMk/>
          <pc:sldMk cId="4104242747" sldId="258"/>
        </pc:sldMkLst>
        <pc:spChg chg="mod">
          <ac:chgData name="Arjun Kireeti Nagumalli" userId="22bbfcb7a91a44b0" providerId="LiveId" clId="{F287590E-E63C-4E6C-802F-624B28724EE5}" dt="2026-10-16T14:16:06.579" v="6"/>
          <ac:spMkLst>
            <pc:docMk/>
            <pc:sldMk cId="4104242747" sldId="258"/>
            <ac:spMk id="3" creationId="{9AFB5369-B8D0-CB2C-61B6-348BDF6E4004}"/>
          </ac:spMkLst>
        </pc:spChg>
        <pc:spChg chg="mod">
          <ac:chgData name="Arjun Kireeti Nagumalli" userId="22bbfcb7a91a44b0" providerId="LiveId" clId="{F287590E-E63C-4E6C-802F-624B28724EE5}" dt="2026-10-16T14:16:40.466" v="7"/>
          <ac:spMkLst>
            <pc:docMk/>
            <pc:sldMk cId="4104242747" sldId="258"/>
            <ac:spMk id="7" creationId="{B164C385-3BF2-7799-93CD-209D6E2D191E}"/>
          </ac:spMkLst>
        </pc:spChg>
      </pc:sldChg>
      <pc:sldChg chg="modSp">
        <pc:chgData name="Arjun Kireeti Nagumalli" userId="22bbfcb7a91a44b0" providerId="LiveId" clId="{F287590E-E63C-4E6C-802F-624B28724EE5}" dt="2026-10-16T14:19:51.860" v="11"/>
        <pc:sldMkLst>
          <pc:docMk/>
          <pc:sldMk cId="4178111765" sldId="259"/>
        </pc:sldMkLst>
        <pc:spChg chg="mod">
          <ac:chgData name="Arjun Kireeti Nagumalli" userId="22bbfcb7a91a44b0" providerId="LiveId" clId="{F287590E-E63C-4E6C-802F-624B28724EE5}" dt="2026-10-16T14:19:23.659" v="10"/>
          <ac:spMkLst>
            <pc:docMk/>
            <pc:sldMk cId="4178111765" sldId="259"/>
            <ac:spMk id="3" creationId="{78027864-8698-BA0E-D44D-3E693AAB48AD}"/>
          </ac:spMkLst>
        </pc:spChg>
        <pc:spChg chg="mod">
          <ac:chgData name="Arjun Kireeti Nagumalli" userId="22bbfcb7a91a44b0" providerId="LiveId" clId="{F287590E-E63C-4E6C-802F-624B28724EE5}" dt="2026-10-16T14:19:51.860" v="11"/>
          <ac:spMkLst>
            <pc:docMk/>
            <pc:sldMk cId="4178111765" sldId="259"/>
            <ac:spMk id="7" creationId="{AF538AF6-3A46-49ED-AC28-1BFD3E3646DA}"/>
          </ac:spMkLst>
        </pc:spChg>
      </pc:sldChg>
      <pc:sldChg chg="modSp">
        <pc:chgData name="Arjun Kireeti Nagumalli" userId="22bbfcb7a91a44b0" providerId="LiveId" clId="{F287590E-E63C-4E6C-802F-624B28724EE5}" dt="2026-10-16T14:20:13.590" v="12"/>
        <pc:sldMkLst>
          <pc:docMk/>
          <pc:sldMk cId="1869875426" sldId="260"/>
        </pc:sldMkLst>
        <pc:spChg chg="mod">
          <ac:chgData name="Arjun Kireeti Nagumalli" userId="22bbfcb7a91a44b0" providerId="LiveId" clId="{F287590E-E63C-4E6C-802F-624B28724EE5}" dt="2026-10-16T14:20:13.590" v="12"/>
          <ac:spMkLst>
            <pc:docMk/>
            <pc:sldMk cId="1869875426" sldId="260"/>
            <ac:spMk id="7" creationId="{9302E6C3-1968-2A8C-A097-8A65FD56C004}"/>
          </ac:spMkLst>
        </pc:spChg>
      </pc:sldChg>
      <pc:sldChg chg="modSp">
        <pc:chgData name="Arjun Kireeti Nagumalli" userId="22bbfcb7a91a44b0" providerId="LiveId" clId="{F287590E-E63C-4E6C-802F-624B28724EE5}" dt="2026-10-16T14:15:34.629" v="2"/>
        <pc:sldMkLst>
          <pc:docMk/>
          <pc:sldMk cId="3980090555" sldId="261"/>
        </pc:sldMkLst>
        <pc:spChg chg="mod">
          <ac:chgData name="Arjun Kireeti Nagumalli" userId="22bbfcb7a91a44b0" providerId="LiveId" clId="{F287590E-E63C-4E6C-802F-624B28724EE5}" dt="2026-10-16T14:15:34.629" v="2"/>
          <ac:spMkLst>
            <pc:docMk/>
            <pc:sldMk cId="3980090555" sldId="261"/>
            <ac:spMk id="3" creationId="{B7ACF377-DEED-0D67-3271-7CBBBC860DA8}"/>
          </ac:spMkLst>
        </pc:spChg>
      </pc:sldChg>
      <pc:sldChg chg="modSp">
        <pc:chgData name="Arjun Kireeti Nagumalli" userId="22bbfcb7a91a44b0" providerId="LiveId" clId="{F287590E-E63C-4E6C-802F-624B28724EE5}" dt="2026-10-16T14:22:55.550" v="17"/>
        <pc:sldMkLst>
          <pc:docMk/>
          <pc:sldMk cId="2034974576" sldId="263"/>
        </pc:sldMkLst>
        <pc:spChg chg="mod">
          <ac:chgData name="Arjun Kireeti Nagumalli" userId="22bbfcb7a91a44b0" providerId="LiveId" clId="{F287590E-E63C-4E6C-802F-624B28724EE5}" dt="2026-10-16T14:21:50.626" v="13"/>
          <ac:spMkLst>
            <pc:docMk/>
            <pc:sldMk cId="2034974576" sldId="263"/>
            <ac:spMk id="7" creationId="{9F44067B-918E-0973-B5B6-7EC1EF12999D}"/>
          </ac:spMkLst>
        </pc:spChg>
        <pc:spChg chg="mod">
          <ac:chgData name="Arjun Kireeti Nagumalli" userId="22bbfcb7a91a44b0" providerId="LiveId" clId="{F287590E-E63C-4E6C-802F-624B28724EE5}" dt="2026-10-16T14:22:55.550" v="17"/>
          <ac:spMkLst>
            <pc:docMk/>
            <pc:sldMk cId="2034974576" sldId="263"/>
            <ac:spMk id="9" creationId="{4673D4F6-7541-96AA-C1C2-A5E14A618163}"/>
          </ac:spMkLst>
        </pc:spChg>
      </pc:sldChg>
      <pc:sldChg chg="modSp">
        <pc:chgData name="Arjun Kireeti Nagumalli" userId="22bbfcb7a91a44b0" providerId="LiveId" clId="{F287590E-E63C-4E6C-802F-624B28724EE5}" dt="2026-10-16T14:23:22.817" v="18"/>
        <pc:sldMkLst>
          <pc:docMk/>
          <pc:sldMk cId="2377368524" sldId="264"/>
        </pc:sldMkLst>
        <pc:spChg chg="mod">
          <ac:chgData name="Arjun Kireeti Nagumalli" userId="22bbfcb7a91a44b0" providerId="LiveId" clId="{F287590E-E63C-4E6C-802F-624B28724EE5}" dt="2026-10-16T14:23:22.817" v="18"/>
          <ac:spMkLst>
            <pc:docMk/>
            <pc:sldMk cId="2377368524" sldId="264"/>
            <ac:spMk id="7" creationId="{1F9C36BF-BD32-DD08-C424-178216EA67F9}"/>
          </ac:spMkLst>
        </pc:spChg>
      </pc:sldChg>
      <pc:sldChg chg="addSp modSp">
        <pc:chgData name="Arjun Kireeti Nagumalli" userId="22bbfcb7a91a44b0" providerId="LiveId" clId="{F287590E-E63C-4E6C-802F-624B28724EE5}" dt="2026-10-16T14:25:11.781" v="20"/>
        <pc:sldMkLst>
          <pc:docMk/>
          <pc:sldMk cId="707117402" sldId="265"/>
        </pc:sldMkLst>
        <pc:spChg chg="mod">
          <ac:chgData name="Arjun Kireeti Nagumalli" userId="22bbfcb7a91a44b0" providerId="LiveId" clId="{F287590E-E63C-4E6C-802F-624B28724EE5}" dt="2026-10-16T14:24:28.100" v="19"/>
          <ac:spMkLst>
            <pc:docMk/>
            <pc:sldMk cId="707117402" sldId="265"/>
            <ac:spMk id="7" creationId="{A1B5D86E-8595-ED96-B41B-081FF2603BB4}"/>
          </ac:spMkLst>
        </pc:spChg>
        <pc:graphicFrameChg chg="add">
          <ac:chgData name="Arjun Kireeti Nagumalli" userId="22bbfcb7a91a44b0" providerId="LiveId" clId="{F287590E-E63C-4E6C-802F-624B28724EE5}" dt="2026-10-16T14:25:11.781" v="20"/>
          <ac:graphicFrameMkLst>
            <pc:docMk/>
            <pc:sldMk cId="707117402" sldId="265"/>
            <ac:graphicFrameMk id="12" creationId="{BE35BED9-8B36-A540-76F0-E3A6BD905DE7}"/>
          </ac:graphicFrameMkLst>
        </pc:graphicFrameChg>
      </pc:sldChg>
      <pc:sldChg chg="modSp">
        <pc:chgData name="Arjun Kireeti Nagumalli" userId="22bbfcb7a91a44b0" providerId="LiveId" clId="{F287590E-E63C-4E6C-802F-624B28724EE5}" dt="2026-10-16T14:28:30.098" v="23"/>
        <pc:sldMkLst>
          <pc:docMk/>
          <pc:sldMk cId="1744964374" sldId="266"/>
        </pc:sldMkLst>
        <pc:spChg chg="mod">
          <ac:chgData name="Arjun Kireeti Nagumalli" userId="22bbfcb7a91a44b0" providerId="LiveId" clId="{F287590E-E63C-4E6C-802F-624B28724EE5}" dt="2026-10-16T14:28:30.098" v="23"/>
          <ac:spMkLst>
            <pc:docMk/>
            <pc:sldMk cId="1744964374" sldId="266"/>
            <ac:spMk id="3" creationId="{E2A290F1-736B-3136-6FB3-89FC4E638D92}"/>
          </ac:spMkLst>
        </pc:spChg>
      </pc:sldChg>
      <pc:sldChg chg="modSp">
        <pc:chgData name="Arjun Kireeti Nagumalli" userId="22bbfcb7a91a44b0" providerId="LiveId" clId="{F287590E-E63C-4E6C-802F-624B28724EE5}" dt="2026-10-16T14:26:48.921" v="22"/>
        <pc:sldMkLst>
          <pc:docMk/>
          <pc:sldMk cId="2015298957" sldId="267"/>
        </pc:sldMkLst>
        <pc:spChg chg="mod">
          <ac:chgData name="Arjun Kireeti Nagumalli" userId="22bbfcb7a91a44b0" providerId="LiveId" clId="{F287590E-E63C-4E6C-802F-624B28724EE5}" dt="2026-10-16T14:26:48.921" v="22"/>
          <ac:spMkLst>
            <pc:docMk/>
            <pc:sldMk cId="2015298957" sldId="267"/>
            <ac:spMk id="7" creationId="{8E0796C6-487C-C2A1-30E8-23D78AD0B2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33" y="847725"/>
            <a:ext cx="9525663" cy="16557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Space Grotesk"/>
              </a:rPr>
              <a:t>Student Council Election System</a:t>
            </a:r>
            <a:br>
              <a:rPr lang="en-IN" b="1" dirty="0">
                <a:solidFill>
                  <a:srgbClr val="FF0000"/>
                </a:solidFill>
                <a:latin typeface="Space Grotesk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54513"/>
            <a:ext cx="4179736" cy="938157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N. Arjun Kireeti — 2620040117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K. </a:t>
            </a:r>
            <a:r>
              <a:rPr lang="en-I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Vishwaksena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 — 2620080044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C7FD1-153C-8162-280B-1BD4E8B0449E}"/>
              </a:ext>
            </a:extLst>
          </p:cNvPr>
          <p:cNvSpPr txBox="1"/>
          <p:nvPr/>
        </p:nvSpPr>
        <p:spPr>
          <a:xfrm>
            <a:off x="4810539" y="4354513"/>
            <a:ext cx="20355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dirty="0">
                <a:solidFill>
                  <a:srgbClr val="A1A1AA"/>
                </a:solidFill>
                <a:latin typeface="Space Grotesk"/>
              </a:rPr>
              <a:t>FACULTY GUIDE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7628A-2F83-C8BC-F8A0-70C34094DEA0}"/>
              </a:ext>
            </a:extLst>
          </p:cNvPr>
          <p:cNvSpPr txBox="1"/>
          <p:nvPr/>
        </p:nvSpPr>
        <p:spPr>
          <a:xfrm>
            <a:off x="4810539" y="4754623"/>
            <a:ext cx="612250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50" b="1" i="0" u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Balaiah</a:t>
            </a:r>
            <a:r>
              <a:rPr lang="en-IN" sz="165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 </a:t>
            </a:r>
            <a:r>
              <a:rPr lang="en-IN" sz="1650" b="1" i="0" u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Gudipudi</a:t>
            </a:r>
            <a:endParaRPr lang="en-IN" sz="1650" b="1" i="0" u="none" dirty="0">
              <a:solidFill>
                <a:schemeClr val="tx1">
                  <a:lumMod val="95000"/>
                  <a:lumOff val="5000"/>
                </a:schemeClr>
              </a:solidFill>
              <a:latin typeface="Space Grotes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324E9-BE36-DD23-3C17-272BD352C4F2}"/>
              </a:ext>
            </a:extLst>
          </p:cNvPr>
          <p:cNvSpPr txBox="1"/>
          <p:nvPr/>
        </p:nvSpPr>
        <p:spPr>
          <a:xfrm>
            <a:off x="6846073" y="4354513"/>
            <a:ext cx="6122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dirty="0">
                <a:solidFill>
                  <a:srgbClr val="A1A1AA"/>
                </a:solidFill>
                <a:latin typeface="Space Grotesk"/>
              </a:rPr>
              <a:t>CAMPUS 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50B59-5FDB-C230-C3CA-B59E03882C07}"/>
              </a:ext>
            </a:extLst>
          </p:cNvPr>
          <p:cNvSpPr txBox="1"/>
          <p:nvPr/>
        </p:nvSpPr>
        <p:spPr>
          <a:xfrm>
            <a:off x="6846073" y="4823591"/>
            <a:ext cx="534592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50" b="1" i="0" u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Bachupally</a:t>
            </a:r>
            <a:r>
              <a:rPr lang="en-IN" sz="165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, India</a:t>
            </a:r>
          </a:p>
        </p:txBody>
      </p:sp>
      <p:pic>
        <p:nvPicPr>
          <p:cNvPr id="14" name="Picture 13" descr="Learning to Program with Java: Why and How to Do It - Ubiqum">
            <a:extLst>
              <a:ext uri="{FF2B5EF4-FFF2-40B4-BE49-F238E27FC236}">
                <a16:creationId xmlns:a16="http://schemas.microsoft.com/office/drawing/2014/main" id="{30106F0E-4048-F379-848C-642AE9F0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073" y="1675606"/>
            <a:ext cx="4070178" cy="2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IN" b="1" dirty="0"/>
              <a:t>Project Objective:</a:t>
            </a:r>
            <a:r>
              <a:rPr lang="en-IN" dirty="0"/>
              <a:t> Develops an automated, console-based campus voting application using Core Java foundations to replace slow and error-prone manual paper elections.</a:t>
            </a:r>
          </a:p>
          <a:p>
            <a:pPr lvl="0"/>
            <a:r>
              <a:rPr lang="en-IN" b="1" dirty="0"/>
              <a:t>Voter Eligibility Verification (CO 1):</a:t>
            </a:r>
            <a:r>
              <a:rPr lang="en-IN" dirty="0"/>
              <a:t> Uses Scanner console input and relational operators (&lt;= 4) to validate each student's ID and academic year in real time before granting access to the ballot.</a:t>
            </a:r>
          </a:p>
          <a:p>
            <a:pPr lvl="0"/>
            <a:r>
              <a:rPr lang="en-IN" b="1" dirty="0"/>
              <a:t>Automated Ballot Routing (CO 2):</a:t>
            </a:r>
            <a:r>
              <a:rPr lang="en-IN" dirty="0"/>
              <a:t> Employs switch-case selection control flow to accurately direct votes to the chosen candidate while automatically filtering out invalid numeric selections.</a:t>
            </a:r>
          </a:p>
          <a:p>
            <a:pPr lvl="0"/>
            <a:r>
              <a:rPr lang="en-IN" b="1" dirty="0"/>
              <a:t>Modular Vote Aggregation (CO 3):</a:t>
            </a:r>
            <a:r>
              <a:rPr lang="en-IN" dirty="0"/>
              <a:t> Passes individual candidate vote counts into a 1D integer array and processes them through an enhanced for-each loop method to compute total participation.</a:t>
            </a:r>
          </a:p>
          <a:p>
            <a:pPr lvl="0"/>
            <a:r>
              <a:rPr lang="en-IN" b="1" dirty="0"/>
              <a:t>Object-Oriented Candidate Modelling (CO 4):</a:t>
            </a:r>
            <a:r>
              <a:rPr lang="en-IN" dirty="0"/>
              <a:t> Encapsulates candidate data (name and votes) inside a dedicated Candidate class blueprint with parameterized constructors, ensuring isolated and accurate vote tracking for each contender.</a:t>
            </a:r>
          </a:p>
          <a:p>
            <a:pPr lvl="0"/>
            <a:r>
              <a:rPr lang="en-IN" b="1" dirty="0"/>
              <a:t>Permanent Digital Archival (CO 5):</a:t>
            </a:r>
            <a:r>
              <a:rPr lang="en-IN" dirty="0"/>
              <a:t> Implements </a:t>
            </a:r>
            <a:r>
              <a:rPr lang="en-IN" dirty="0" err="1"/>
              <a:t>FileWriter</a:t>
            </a:r>
            <a:r>
              <a:rPr lang="en-IN" dirty="0"/>
              <a:t> and structured exception handling (throws Exception) to export the total verified vote count into a persistent Report.txt file for post-election auditing.</a:t>
            </a:r>
          </a:p>
          <a:p>
            <a:pPr lvl="0"/>
            <a:r>
              <a:rPr lang="en-IN" b="1" dirty="0"/>
              <a:t>Real-Time Standings via Streams (CO 6):</a:t>
            </a:r>
            <a:r>
              <a:rPr lang="en-IN" dirty="0"/>
              <a:t> Integrates Java Collections (</a:t>
            </a:r>
            <a:r>
              <a:rPr lang="en-IN" dirty="0" err="1"/>
              <a:t>Map.of</a:t>
            </a:r>
            <a:r>
              <a:rPr lang="en-IN" dirty="0"/>
              <a:t>) with functional Stream pipelines and lambda expressions (</a:t>
            </a:r>
            <a:r>
              <a:rPr lang="en-IN" dirty="0" err="1"/>
              <a:t>forEach</a:t>
            </a:r>
            <a:r>
              <a:rPr lang="en-IN" dirty="0"/>
              <a:t>) to instantly format and display final candidate results on the console.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low Voter Verification:</a:t>
            </a:r>
            <a:r>
              <a:rPr lang="en-IN" dirty="0"/>
              <a:t> Manual student ID checks delay polling queues during campus elections. </a:t>
            </a:r>
          </a:p>
          <a:p>
            <a:pPr lvl="0"/>
            <a:r>
              <a:rPr lang="en-IN" b="1" dirty="0"/>
              <a:t>Counting Errors:</a:t>
            </a:r>
            <a:r>
              <a:rPr lang="en-IN" dirty="0"/>
              <a:t> Physical paper ballots carry a high risk of human miscounts during the tallying process. </a:t>
            </a:r>
          </a:p>
          <a:p>
            <a:pPr lvl="0"/>
            <a:r>
              <a:rPr lang="en-IN" b="1" dirty="0"/>
              <a:t>Delayed Election Results:</a:t>
            </a:r>
            <a:r>
              <a:rPr lang="en-IN" dirty="0"/>
              <a:t> Sorting through physical ballot boxes takes hours before final standings can be announced. </a:t>
            </a:r>
          </a:p>
          <a:p>
            <a:pPr lvl="0"/>
            <a:r>
              <a:rPr lang="en-IN" b="1" dirty="0"/>
              <a:t>Fragile Record Keeping:</a:t>
            </a:r>
            <a:r>
              <a:rPr lang="en-IN" dirty="0"/>
              <a:t> Paper tally sheets lack a digital backup, leaving election records vulnerable to loss. </a:t>
            </a:r>
          </a:p>
          <a:p>
            <a:pPr lvl="0"/>
            <a:r>
              <a:rPr lang="en-IN" b="1" dirty="0"/>
              <a:t>Instant Automated Validation:</a:t>
            </a:r>
            <a:r>
              <a:rPr lang="en-IN" dirty="0"/>
              <a:t> The Java system eliminates verification delays by using relational operators (&lt;= 4) to check a voter's academic year immediately. </a:t>
            </a:r>
          </a:p>
          <a:p>
            <a:pPr lvl="0"/>
            <a:r>
              <a:rPr lang="en-IN" b="1" dirty="0"/>
              <a:t>Exact Vote Tallies:</a:t>
            </a:r>
            <a:r>
              <a:rPr lang="en-IN" dirty="0"/>
              <a:t> Replacing manual counting with switch control flow increments encapsulated candidate counters accurately and prevents miscounts. </a:t>
            </a:r>
          </a:p>
          <a:p>
            <a:pPr lvl="0"/>
            <a:r>
              <a:rPr lang="en-IN" b="1" dirty="0"/>
              <a:t>Real-Time Result Output:</a:t>
            </a:r>
            <a:r>
              <a:rPr lang="en-IN" dirty="0"/>
              <a:t> Java Streams process and print live candidate standings to the console immediately after voting concludes.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508" y="1523546"/>
            <a:ext cx="4101193" cy="4351338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rgbClr val="18181B"/>
                </a:solidFill>
                <a:latin typeface="Space Grotesk"/>
              </a:rPr>
              <a:t>Basics &amp; Console I/O</a:t>
            </a:r>
          </a:p>
          <a:p>
            <a:r>
              <a:rPr lang="en-US" b="1" dirty="0">
                <a:solidFill>
                  <a:srgbClr val="52525B"/>
                </a:solidFill>
                <a:latin typeface="Space Grotesk"/>
              </a:rPr>
              <a:t>Typed Input:</a:t>
            </a:r>
            <a:r>
              <a:rPr lang="en-US" dirty="0">
                <a:solidFill>
                  <a:srgbClr val="52525B"/>
                </a:solidFill>
                <a:latin typeface="Space Grotesk"/>
              </a:rPr>
              <a:t> Reads student ID token and academic year via Scanner.</a:t>
            </a:r>
          </a:p>
          <a:p>
            <a:r>
              <a:rPr lang="en-US" b="1" dirty="0">
                <a:solidFill>
                  <a:srgbClr val="52525B"/>
                </a:solidFill>
                <a:latin typeface="Space Grotesk"/>
              </a:rPr>
              <a:t>Relational Check:</a:t>
            </a:r>
            <a:r>
              <a:rPr lang="en-US" dirty="0">
                <a:solidFill>
                  <a:srgbClr val="52525B"/>
                </a:solidFill>
                <a:latin typeface="Space Grotesk"/>
              </a:rPr>
              <a:t> Evaluates expression &lt;= 4 for voter eligibility.</a:t>
            </a:r>
          </a:p>
          <a:p>
            <a:r>
              <a:rPr lang="en-US" b="1" dirty="0">
                <a:solidFill>
                  <a:srgbClr val="52525B"/>
                </a:solidFill>
                <a:latin typeface="Space Grotesk"/>
              </a:rPr>
              <a:t>Boolean Return:</a:t>
            </a:r>
            <a:r>
              <a:rPr lang="en-US" dirty="0">
                <a:solidFill>
                  <a:srgbClr val="52525B"/>
                </a:solidFill>
                <a:latin typeface="Space Grotesk"/>
              </a:rPr>
              <a:t> Passes verification status directly to main loop.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B164C385-3BF2-7799-93CD-209D6E2D191E}"/>
              </a:ext>
            </a:extLst>
          </p:cNvPr>
          <p:cNvSpPr/>
          <p:nvPr/>
        </p:nvSpPr>
        <p:spPr>
          <a:xfrm>
            <a:off x="4816928" y="2632414"/>
            <a:ext cx="6773636" cy="2648631"/>
          </a:xfrm>
          <a:prstGeom prst="roundRect">
            <a:avLst>
              <a:gd name="adj" fmla="val 3041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A1A1AA"/>
                </a:solidFill>
                <a:latin typeface="IBM Plex Mono"/>
              </a:rPr>
              <a:t>// MODULE 1: Basics &amp; I/O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IN" b="1" dirty="0">
                <a:solidFill>
                  <a:srgbClr val="FB923C"/>
                </a:solidFill>
                <a:latin typeface="IBM Plex Mono"/>
              </a:rPr>
              <a:t>static </a:t>
            </a:r>
            <a:r>
              <a:rPr lang="en-IN" b="1" dirty="0" err="1">
                <a:solidFill>
                  <a:srgbClr val="FB923C"/>
                </a:solidFill>
                <a:latin typeface="IBM Plex Mono"/>
              </a:rPr>
              <a:t>boolean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dirty="0">
                <a:solidFill>
                  <a:srgbClr val="FACC15"/>
                </a:solidFill>
                <a:latin typeface="IBM Plex Mono"/>
              </a:rPr>
              <a:t>mod1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dirty="0">
                <a:solidFill>
                  <a:srgbClr val="38BDF8"/>
                </a:solidFill>
                <a:latin typeface="IBM Plex Mono"/>
              </a:rPr>
              <a:t>Scanner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s, </a:t>
            </a:r>
            <a:r>
              <a:rPr lang="en-IN" b="1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dirty="0" err="1">
                <a:solidFill>
                  <a:srgbClr val="F4F4F5"/>
                </a:solidFill>
                <a:latin typeface="IBM Plex Mono"/>
              </a:rPr>
              <a:t>voterNum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) { </a:t>
            </a:r>
            <a:r>
              <a:rPr lang="en-IN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lang="en-IN" dirty="0" err="1">
                <a:solidFill>
                  <a:srgbClr val="FACC15"/>
                </a:solidFill>
                <a:latin typeface="IBM Plex Mono"/>
              </a:rPr>
              <a:t>print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dirty="0">
                <a:solidFill>
                  <a:srgbClr val="A3E635"/>
                </a:solidFill>
                <a:latin typeface="IBM Plex Mono"/>
              </a:rPr>
              <a:t>"\</a:t>
            </a:r>
            <a:r>
              <a:rPr lang="en-IN" dirty="0" err="1">
                <a:solidFill>
                  <a:srgbClr val="A3E635"/>
                </a:solidFill>
                <a:latin typeface="IBM Plex Mono"/>
              </a:rPr>
              <a:t>nVoter</a:t>
            </a:r>
            <a:r>
              <a:rPr lang="en-IN" dirty="0">
                <a:solidFill>
                  <a:srgbClr val="A3E635"/>
                </a:solidFill>
                <a:latin typeface="IBM Plex Mono"/>
              </a:rPr>
              <a:t> "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+ </a:t>
            </a:r>
            <a:r>
              <a:rPr lang="en-IN" dirty="0" err="1">
                <a:solidFill>
                  <a:srgbClr val="F4F4F5"/>
                </a:solidFill>
                <a:latin typeface="IBM Plex Mono"/>
              </a:rPr>
              <a:t>voterNum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+ </a:t>
            </a:r>
            <a:r>
              <a:rPr lang="en-IN" dirty="0">
                <a:solidFill>
                  <a:srgbClr val="A3E635"/>
                </a:solidFill>
                <a:latin typeface="IBM Plex Mono"/>
              </a:rPr>
              <a:t>" - Enter ID &amp; Year (1-4): "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lang="en-IN" dirty="0" err="1">
                <a:solidFill>
                  <a:srgbClr val="F4F4F5"/>
                </a:solidFill>
                <a:latin typeface="IBM Plex Mono"/>
              </a:rPr>
              <a:t>s.</a:t>
            </a:r>
            <a:r>
              <a:rPr lang="en-IN" dirty="0" err="1">
                <a:solidFill>
                  <a:srgbClr val="FACC15"/>
                </a:solidFill>
                <a:latin typeface="IBM Plex Mono"/>
              </a:rPr>
              <a:t>next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(); </a:t>
            </a:r>
            <a:r>
              <a:rPr lang="en-IN" b="1" dirty="0">
                <a:solidFill>
                  <a:srgbClr val="FB923C"/>
                </a:solidFill>
                <a:latin typeface="IBM Plex Mono"/>
              </a:rPr>
              <a:t>return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dirty="0" err="1">
                <a:solidFill>
                  <a:srgbClr val="F4F4F5"/>
                </a:solidFill>
                <a:latin typeface="IBM Plex Mono"/>
              </a:rPr>
              <a:t>s.</a:t>
            </a:r>
            <a:r>
              <a:rPr lang="en-IN" dirty="0" err="1">
                <a:solidFill>
                  <a:srgbClr val="FACC15"/>
                </a:solidFill>
                <a:latin typeface="IBM Plex Mono"/>
              </a:rPr>
              <a:t>nextInt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() &lt;= </a:t>
            </a:r>
            <a:r>
              <a:rPr lang="en-IN" dirty="0">
                <a:solidFill>
                  <a:srgbClr val="A3E635"/>
                </a:solidFill>
                <a:latin typeface="IBM Plex Mono"/>
              </a:rPr>
              <a:t>4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; </a:t>
            </a:r>
            <a:r>
              <a:rPr lang="en-IN" dirty="0">
                <a:solidFill>
                  <a:srgbClr val="A1A1AA"/>
                </a:solidFill>
                <a:latin typeface="IBM Plex Mono"/>
              </a:rPr>
              <a:t>// Returns true if eligible</a:t>
            </a:r>
            <a:r>
              <a:rPr lang="en-IN" dirty="0">
                <a:solidFill>
                  <a:srgbClr val="F4F4F5"/>
                </a:solidFill>
                <a:latin typeface="IBM Plex Mono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336" y="410368"/>
            <a:ext cx="10515600" cy="1325563"/>
          </a:xfrm>
        </p:spPr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" y="1801132"/>
            <a:ext cx="3823607" cy="2893332"/>
          </a:xfrm>
        </p:spPr>
        <p:txBody>
          <a:bodyPr/>
          <a:lstStyle/>
          <a:p>
            <a:r>
              <a:rPr lang="en-IN" dirty="0">
                <a:solidFill>
                  <a:srgbClr val="18181B"/>
                </a:solidFill>
                <a:latin typeface="Space Grotesk"/>
              </a:rPr>
              <a:t>Increments Candidate SRB vote count.</a:t>
            </a:r>
          </a:p>
          <a:p>
            <a:r>
              <a:rPr lang="en-IN" dirty="0">
                <a:solidFill>
                  <a:srgbClr val="18181B"/>
                </a:solidFill>
                <a:latin typeface="Space Grotesk"/>
              </a:rPr>
              <a:t>Increments Candidate CNI vote count.</a:t>
            </a:r>
          </a:p>
          <a:p>
            <a:r>
              <a:rPr lang="en-IN" dirty="0">
                <a:solidFill>
                  <a:srgbClr val="18181B"/>
                </a:solidFill>
                <a:latin typeface="Space Grotesk"/>
              </a:rPr>
              <a:t>Rejects invalid numeric selections.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AF538AF6-3A46-49ED-AC28-1BFD3E3646DA}"/>
              </a:ext>
            </a:extLst>
          </p:cNvPr>
          <p:cNvSpPr/>
          <p:nvPr/>
        </p:nvSpPr>
        <p:spPr>
          <a:xfrm>
            <a:off x="4049485" y="1666648"/>
            <a:ext cx="7573736" cy="3162300"/>
          </a:xfrm>
          <a:prstGeom prst="roundRect">
            <a:avLst>
              <a:gd name="adj" fmla="val 2409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>
                <a:solidFill>
                  <a:srgbClr val="A1A1AA"/>
                </a:solidFill>
                <a:latin typeface="IBM Plex Mono"/>
              </a:rPr>
              <a:t>// MODULE 2: Control Flow (Switch)</a:t>
            </a:r>
            <a:r>
              <a:rPr lang="en-IN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IN" b="1">
                <a:solidFill>
                  <a:srgbClr val="FB923C"/>
                </a:solidFill>
                <a:latin typeface="IBM Plex Mono"/>
              </a:rPr>
              <a:t>static void</a:t>
            </a:r>
            <a:r>
              <a:rPr lang="en-IN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>
                <a:solidFill>
                  <a:srgbClr val="FACC15"/>
                </a:solidFill>
                <a:latin typeface="IBM Plex Mono"/>
              </a:rPr>
              <a:t>mod2</a:t>
            </a:r>
            <a:r>
              <a:rPr lang="en-IN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>
                <a:solidFill>
                  <a:srgbClr val="38BDF8"/>
                </a:solidFill>
                <a:latin typeface="IBM Plex Mono"/>
              </a:rPr>
              <a:t>Scanner</a:t>
            </a:r>
            <a:r>
              <a:rPr lang="en-IN">
                <a:solidFill>
                  <a:srgbClr val="F4F4F5"/>
                </a:solidFill>
                <a:latin typeface="IBM Plex Mono"/>
              </a:rPr>
              <a:t> s, </a:t>
            </a:r>
            <a:r>
              <a:rPr lang="en-IN">
                <a:solidFill>
                  <a:srgbClr val="38BDF8"/>
                </a:solidFill>
                <a:latin typeface="IBM Plex Mono"/>
              </a:rPr>
              <a:t>Candidate</a:t>
            </a:r>
            <a:r>
              <a:rPr lang="en-IN">
                <a:solidFill>
                  <a:srgbClr val="F4F4F5"/>
                </a:solidFill>
                <a:latin typeface="IBM Plex Mono"/>
              </a:rPr>
              <a:t> a, </a:t>
            </a:r>
            <a:r>
              <a:rPr lang="en-IN">
                <a:solidFill>
                  <a:srgbClr val="38BDF8"/>
                </a:solidFill>
                <a:latin typeface="IBM Plex Mono"/>
              </a:rPr>
              <a:t>Candidate</a:t>
            </a:r>
            <a:r>
              <a:rPr lang="en-IN">
                <a:solidFill>
                  <a:srgbClr val="F4F4F5"/>
                </a:solidFill>
                <a:latin typeface="IBM Plex Mono"/>
              </a:rPr>
              <a:t> b) </a:t>
            </a:r>
          </a:p>
          <a:p>
            <a:r>
              <a:rPr lang="en-IN">
                <a:solidFill>
                  <a:srgbClr val="F4F4F5"/>
                </a:solidFill>
                <a:latin typeface="IBM Plex Mono"/>
              </a:rPr>
              <a:t>{ </a:t>
            </a:r>
          </a:p>
          <a:p>
            <a:r>
              <a:rPr lang="en-IN">
                <a:solidFill>
                  <a:srgbClr val="F4F4F5"/>
                </a:solidFill>
                <a:latin typeface="IBM Plex Mono"/>
              </a:rPr>
              <a:t>System.out.</a:t>
            </a:r>
            <a:r>
              <a:rPr lang="en-IN">
                <a:solidFill>
                  <a:srgbClr val="FACC15"/>
                </a:solidFill>
                <a:latin typeface="IBM Plex Mono"/>
              </a:rPr>
              <a:t>print</a:t>
            </a:r>
            <a:r>
              <a:rPr lang="en-IN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>
                <a:solidFill>
                  <a:srgbClr val="A3E635"/>
                </a:solidFill>
                <a:latin typeface="IBM Plex Mono"/>
              </a:rPr>
              <a:t>"Vote 1 for "</a:t>
            </a:r>
            <a:r>
              <a:rPr lang="en-IN">
                <a:solidFill>
                  <a:srgbClr val="F4F4F5"/>
                </a:solidFill>
                <a:latin typeface="IBM Plex Mono"/>
              </a:rPr>
              <a:t> + a.name + </a:t>
            </a:r>
            <a:r>
              <a:rPr lang="en-IN">
                <a:solidFill>
                  <a:srgbClr val="A3E635"/>
                </a:solidFill>
                <a:latin typeface="IBM Plex Mono"/>
              </a:rPr>
              <a:t>"Vote 2 for "</a:t>
            </a:r>
            <a:r>
              <a:rPr lang="en-IN">
                <a:solidFill>
                  <a:srgbClr val="F4F4F5"/>
                </a:solidFill>
                <a:latin typeface="IBM Plex Mono"/>
              </a:rPr>
              <a:t> + b.name + </a:t>
            </a:r>
            <a:r>
              <a:rPr lang="en-IN">
                <a:solidFill>
                  <a:srgbClr val="A3E635"/>
                </a:solidFill>
                <a:latin typeface="IBM Plex Mono"/>
              </a:rPr>
              <a:t>":\n "</a:t>
            </a:r>
            <a:r>
              <a:rPr lang="en-IN">
                <a:solidFill>
                  <a:srgbClr val="F4F4F5"/>
                </a:solidFill>
                <a:latin typeface="IBM Plex Mono"/>
              </a:rPr>
              <a:t>); </a:t>
            </a:r>
            <a:r>
              <a:rPr lang="en-IN" b="1">
                <a:solidFill>
                  <a:srgbClr val="FB923C"/>
                </a:solidFill>
                <a:latin typeface="IBM Plex Mono"/>
              </a:rPr>
              <a:t>switch</a:t>
            </a:r>
            <a:r>
              <a:rPr lang="en-IN">
                <a:solidFill>
                  <a:srgbClr val="F4F4F5"/>
                </a:solidFill>
                <a:latin typeface="IBM Plex Mono"/>
              </a:rPr>
              <a:t>(s.</a:t>
            </a:r>
            <a:r>
              <a:rPr lang="en-IN">
                <a:solidFill>
                  <a:srgbClr val="FACC15"/>
                </a:solidFill>
                <a:latin typeface="IBM Plex Mono"/>
              </a:rPr>
              <a:t>nextInt</a:t>
            </a:r>
            <a:r>
              <a:rPr lang="en-IN">
                <a:solidFill>
                  <a:srgbClr val="F4F4F5"/>
                </a:solidFill>
                <a:latin typeface="IBM Plex Mono"/>
              </a:rPr>
              <a:t>()) {</a:t>
            </a:r>
          </a:p>
          <a:p>
            <a:r>
              <a:rPr lang="en-IN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b="1">
                <a:solidFill>
                  <a:srgbClr val="FB923C"/>
                </a:solidFill>
                <a:latin typeface="IBM Plex Mono"/>
              </a:rPr>
              <a:t>case</a:t>
            </a:r>
            <a:r>
              <a:rPr lang="en-IN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>
                <a:solidFill>
                  <a:srgbClr val="A3E635"/>
                </a:solidFill>
                <a:latin typeface="IBM Plex Mono"/>
              </a:rPr>
              <a:t>1</a:t>
            </a:r>
            <a:r>
              <a:rPr lang="en-IN">
                <a:solidFill>
                  <a:srgbClr val="F4F4F5"/>
                </a:solidFill>
                <a:latin typeface="IBM Plex Mono"/>
              </a:rPr>
              <a:t>: a.votes++; </a:t>
            </a:r>
            <a:r>
              <a:rPr lang="en-IN" b="1">
                <a:solidFill>
                  <a:srgbClr val="FB923C"/>
                </a:solidFill>
                <a:latin typeface="IBM Plex Mono"/>
              </a:rPr>
              <a:t>break</a:t>
            </a:r>
            <a:r>
              <a:rPr lang="en-IN">
                <a:solidFill>
                  <a:srgbClr val="F4F4F5"/>
                </a:solidFill>
                <a:latin typeface="IBM Plex Mono"/>
              </a:rPr>
              <a:t>; </a:t>
            </a:r>
            <a:r>
              <a:rPr lang="en-IN" b="1">
                <a:solidFill>
                  <a:srgbClr val="FB923C"/>
                </a:solidFill>
                <a:latin typeface="IBM Plex Mono"/>
              </a:rPr>
              <a:t>case</a:t>
            </a:r>
            <a:r>
              <a:rPr lang="en-IN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>
                <a:solidFill>
                  <a:srgbClr val="A3E635"/>
                </a:solidFill>
                <a:latin typeface="IBM Plex Mono"/>
              </a:rPr>
              <a:t>2</a:t>
            </a:r>
            <a:r>
              <a:rPr lang="en-IN">
                <a:solidFill>
                  <a:srgbClr val="F4F4F5"/>
                </a:solidFill>
                <a:latin typeface="IBM Plex Mono"/>
              </a:rPr>
              <a:t>: b.votes++; </a:t>
            </a:r>
            <a:r>
              <a:rPr lang="en-IN" b="1">
                <a:solidFill>
                  <a:srgbClr val="FB923C"/>
                </a:solidFill>
                <a:latin typeface="IBM Plex Mono"/>
              </a:rPr>
              <a:t>break</a:t>
            </a:r>
            <a:r>
              <a:rPr lang="en-IN">
                <a:solidFill>
                  <a:srgbClr val="F4F4F5"/>
                </a:solidFill>
                <a:latin typeface="IBM Plex Mono"/>
              </a:rPr>
              <a:t>; </a:t>
            </a:r>
            <a:r>
              <a:rPr lang="en-IN" b="1">
                <a:solidFill>
                  <a:srgbClr val="FB923C"/>
                </a:solidFill>
                <a:latin typeface="IBM Plex Mono"/>
              </a:rPr>
              <a:t>default</a:t>
            </a:r>
            <a:r>
              <a:rPr lang="en-IN">
                <a:solidFill>
                  <a:srgbClr val="F4F4F5"/>
                </a:solidFill>
                <a:latin typeface="IBM Plex Mono"/>
              </a:rPr>
              <a:t>:   System.out.</a:t>
            </a:r>
            <a:r>
              <a:rPr lang="en-IN">
                <a:solidFill>
                  <a:srgbClr val="FACC15"/>
                </a:solidFill>
                <a:latin typeface="IBM Plex Mono"/>
              </a:rPr>
              <a:t>println</a:t>
            </a:r>
            <a:r>
              <a:rPr lang="en-IN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>
                <a:solidFill>
                  <a:srgbClr val="A3E635"/>
                </a:solidFill>
                <a:latin typeface="IBM Plex Mono"/>
              </a:rPr>
              <a:t>"Invalid."</a:t>
            </a:r>
            <a:r>
              <a:rPr lang="en-IN">
                <a:solidFill>
                  <a:srgbClr val="F4F4F5"/>
                </a:solidFill>
                <a:latin typeface="IBM Plex Mono"/>
              </a:rPr>
              <a:t>); </a:t>
            </a:r>
          </a:p>
          <a:p>
            <a:r>
              <a:rPr lang="en-IN">
                <a:solidFill>
                  <a:srgbClr val="F4F4F5"/>
                </a:solidFill>
                <a:latin typeface="IBM Plex Mono"/>
              </a:rPr>
              <a:t>} </a:t>
            </a:r>
          </a:p>
          <a:p>
            <a:r>
              <a:rPr lang="en-IN">
                <a:solidFill>
                  <a:srgbClr val="F4F4F5"/>
                </a:solidFill>
                <a:latin typeface="IBM Plex Mono"/>
              </a:rPr>
              <a:t>}</a:t>
            </a:r>
            <a:endParaRPr lang="en-IN" dirty="0">
              <a:solidFill>
                <a:srgbClr val="F4F4F5"/>
              </a:solidFill>
              <a:latin typeface="IBM Plex Mono"/>
            </a:endParaRP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9302E6C3-1968-2A8C-A097-8A65FD56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07" y="1918607"/>
            <a:ext cx="6387193" cy="2269671"/>
          </a:xfrm>
          <a:prstGeom prst="roundRect">
            <a:avLst>
              <a:gd name="adj" fmla="val 3252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000" dirty="0">
                <a:solidFill>
                  <a:srgbClr val="A1A1AA"/>
                </a:solidFill>
                <a:latin typeface="IBM Plex Mono"/>
              </a:rPr>
              <a:t>// MODULE 3: Arrays &amp; Methods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US" sz="2000" b="1" dirty="0">
                <a:solidFill>
                  <a:srgbClr val="FB923C"/>
                </a:solidFill>
                <a:latin typeface="IBM Plex Mono"/>
              </a:rPr>
              <a:t>static int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US" sz="2000" dirty="0">
                <a:solidFill>
                  <a:srgbClr val="FACC15"/>
                </a:solidFill>
                <a:latin typeface="IBM Plex Mono"/>
              </a:rPr>
              <a:t>mod3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US" sz="2000" b="1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[] </a:t>
            </a:r>
            <a:r>
              <a:rPr lang="en-US" sz="2000" dirty="0" err="1">
                <a:solidFill>
                  <a:srgbClr val="F4F4F5"/>
                </a:solidFill>
                <a:latin typeface="IBM Plex Mono"/>
              </a:rPr>
              <a:t>arr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) {</a:t>
            </a:r>
          </a:p>
          <a:p>
            <a:r>
              <a:rPr lang="en-US" sz="2000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US" sz="2000" b="1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 sum = </a:t>
            </a:r>
            <a:r>
              <a:rPr lang="en-US" sz="2000" dirty="0">
                <a:solidFill>
                  <a:srgbClr val="A3E635"/>
                </a:solidFill>
                <a:latin typeface="IBM Plex Mono"/>
              </a:rPr>
              <a:t>0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; </a:t>
            </a:r>
            <a:r>
              <a:rPr lang="en-US" sz="2000" b="1" dirty="0">
                <a:solidFill>
                  <a:srgbClr val="FB923C"/>
                </a:solidFill>
                <a:latin typeface="IBM Plex Mono"/>
              </a:rPr>
              <a:t>for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 (</a:t>
            </a:r>
            <a:r>
              <a:rPr lang="en-US" sz="2000" b="1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 v : </a:t>
            </a:r>
            <a:r>
              <a:rPr lang="en-US" sz="2000" dirty="0" err="1">
                <a:solidFill>
                  <a:srgbClr val="F4F4F5"/>
                </a:solidFill>
                <a:latin typeface="IBM Plex Mono"/>
              </a:rPr>
              <a:t>arr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) sum += v; </a:t>
            </a:r>
            <a:r>
              <a:rPr lang="en-US" sz="2000" b="1" dirty="0">
                <a:solidFill>
                  <a:srgbClr val="FB923C"/>
                </a:solidFill>
                <a:latin typeface="IBM Plex Mono"/>
              </a:rPr>
              <a:t>return</a:t>
            </a:r>
            <a:r>
              <a:rPr lang="en-US" sz="2000" dirty="0">
                <a:solidFill>
                  <a:srgbClr val="F4F4F5"/>
                </a:solidFill>
                <a:latin typeface="IBM Plex Mono"/>
              </a:rPr>
              <a:t> sum; }</a:t>
            </a:r>
          </a:p>
          <a:p>
            <a:pPr algn="ctr"/>
            <a:endParaRPr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BAEBA-EC43-05EE-C69E-8FFBF9D5963C}"/>
              </a:ext>
            </a:extLst>
          </p:cNvPr>
          <p:cNvSpPr txBox="1"/>
          <p:nvPr/>
        </p:nvSpPr>
        <p:spPr>
          <a:xfrm>
            <a:off x="7121299" y="2025623"/>
            <a:ext cx="5070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Space Grotesk"/>
              </a:rPr>
              <a:t>1D Array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9708D-F6C6-8BD8-20F4-37AAC637939F}"/>
              </a:ext>
            </a:extLst>
          </p:cNvPr>
          <p:cNvSpPr txBox="1"/>
          <p:nvPr/>
        </p:nvSpPr>
        <p:spPr>
          <a:xfrm>
            <a:off x="7197919" y="2761292"/>
            <a:ext cx="3250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dirty="0">
                <a:solidFill>
                  <a:srgbClr val="18181B"/>
                </a:solidFill>
                <a:latin typeface="Space Grotesk"/>
              </a:rPr>
              <a:t>Modular Vote Summation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45072-19E9-6ADE-7A39-C69807F3B29F}"/>
              </a:ext>
            </a:extLst>
          </p:cNvPr>
          <p:cNvSpPr txBox="1"/>
          <p:nvPr/>
        </p:nvSpPr>
        <p:spPr>
          <a:xfrm>
            <a:off x="7121299" y="3130624"/>
            <a:ext cx="47767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52525B"/>
                </a:solidFill>
                <a:latin typeface="Space Grotesk"/>
              </a:rPr>
              <a:t>Passes candidate vote totals inside a 1D integer array to mod3(), traversing elements with an enhanced for-each loop.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15" y="500062"/>
            <a:ext cx="10515600" cy="1325563"/>
          </a:xfrm>
        </p:spPr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F44067B-918E-0973-B5B6-7EC1EF12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8533"/>
            <a:ext cx="10515600" cy="2018430"/>
          </a:xfrm>
          <a:prstGeom prst="roundRect">
            <a:avLst>
              <a:gd name="adj" fmla="val 3827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A1A1AA"/>
                </a:solidFill>
                <a:latin typeface="IBM Plex Mono"/>
              </a:rPr>
              <a:t>// MODULE 4: OOP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US" b="1" dirty="0">
                <a:solidFill>
                  <a:srgbClr val="FB923C"/>
                </a:solidFill>
                <a:latin typeface="IBM Plex Mono"/>
              </a:rPr>
              <a:t>class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US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 { </a:t>
            </a:r>
            <a:r>
              <a:rPr lang="en-US" dirty="0">
                <a:solidFill>
                  <a:srgbClr val="38BDF8"/>
                </a:solidFill>
                <a:latin typeface="IBM Plex Mono"/>
              </a:rPr>
              <a:t>String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 name; </a:t>
            </a:r>
            <a:r>
              <a:rPr lang="en-US" b="1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 votes = </a:t>
            </a:r>
            <a:r>
              <a:rPr lang="en-US" dirty="0">
                <a:solidFill>
                  <a:srgbClr val="A3E635"/>
                </a:solidFill>
                <a:latin typeface="IBM Plex Mono"/>
              </a:rPr>
              <a:t>0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; </a:t>
            </a:r>
            <a:r>
              <a:rPr lang="en-US" dirty="0">
                <a:solidFill>
                  <a:srgbClr val="FACC15"/>
                </a:solidFill>
                <a:latin typeface="IBM Plex Mono"/>
              </a:rPr>
              <a:t>Candidate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US" dirty="0">
                <a:solidFill>
                  <a:srgbClr val="38BDF8"/>
                </a:solidFill>
                <a:latin typeface="IBM Plex Mono"/>
              </a:rPr>
              <a:t>String</a:t>
            </a:r>
            <a:r>
              <a:rPr lang="en-US" dirty="0">
                <a:solidFill>
                  <a:srgbClr val="F4F4F5"/>
                </a:solidFill>
                <a:latin typeface="IBM Plex Mono"/>
              </a:rPr>
              <a:t> n) { name = n; } }</a:t>
            </a:r>
          </a:p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D4F6-7541-96AA-C1C2-A5E14A618163}"/>
              </a:ext>
            </a:extLst>
          </p:cNvPr>
          <p:cNvSpPr txBox="1"/>
          <p:nvPr/>
        </p:nvSpPr>
        <p:spPr>
          <a:xfrm>
            <a:off x="995902" y="1404438"/>
            <a:ext cx="60946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dirty="0">
                <a:solidFill>
                  <a:srgbClr val="52525B"/>
                </a:solidFill>
                <a:latin typeface="Space Grotesk"/>
              </a:rPr>
              <a:t>Encapsulates candidate state variables.</a:t>
            </a:r>
            <a:br>
              <a:rPr lang="en-IN" sz="2400" b="1" i="0" u="none" dirty="0">
                <a:solidFill>
                  <a:srgbClr val="52525B"/>
                </a:solidFill>
                <a:latin typeface="Space Grotesk"/>
              </a:rPr>
            </a:br>
            <a:r>
              <a:rPr lang="en-IN" sz="2400" b="1" dirty="0">
                <a:solidFill>
                  <a:srgbClr val="52525B"/>
                </a:solidFill>
                <a:latin typeface="Space Grotesk"/>
              </a:rPr>
              <a:t>Initializes distinct candidate instances.</a:t>
            </a:r>
          </a:p>
          <a:p>
            <a:r>
              <a:rPr lang="en-US" sz="2400" b="1" dirty="0">
                <a:solidFill>
                  <a:srgbClr val="52525B"/>
                </a:solidFill>
                <a:latin typeface="Space Grotesk"/>
              </a:rPr>
              <a:t>Tracks SRB and CNI counters independently.</a:t>
            </a:r>
          </a:p>
          <a:p>
            <a:endParaRPr lang="en-IN" sz="2400" b="1" dirty="0">
              <a:solidFill>
                <a:srgbClr val="52525B"/>
              </a:solidFill>
              <a:latin typeface="Space Grotesk"/>
            </a:endParaRPr>
          </a:p>
          <a:p>
            <a:pPr algn="l"/>
            <a:endParaRPr lang="en-IN" sz="2400" b="1" i="0" u="none" dirty="0">
              <a:solidFill>
                <a:srgbClr val="52525B"/>
              </a:solidFill>
              <a:latin typeface="Space Grotesk"/>
            </a:endParaRPr>
          </a:p>
          <a:p>
            <a:pPr algn="l"/>
            <a:endParaRPr lang="en-IN" sz="2400" b="1" i="0" u="none" dirty="0">
              <a:solidFill>
                <a:srgbClr val="52525B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1F9C36BF-BD32-DD08-C424-178216EA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597" y="1868557"/>
            <a:ext cx="6272917" cy="3283887"/>
          </a:xfrm>
          <a:prstGeom prst="roundRect">
            <a:avLst>
              <a:gd name="adj" fmla="val 3389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IN" sz="2000" dirty="0">
                <a:solidFill>
                  <a:srgbClr val="A1A1AA"/>
                </a:solidFill>
                <a:latin typeface="IBM Plex Mono"/>
              </a:rPr>
              <a:t>// MODULE 5: File I/O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IN" sz="2000" b="1" dirty="0">
                <a:solidFill>
                  <a:srgbClr val="FB923C"/>
                </a:solidFill>
                <a:latin typeface="IBM Plex Mono"/>
              </a:rPr>
              <a:t>static void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sz="2000" dirty="0">
                <a:solidFill>
                  <a:srgbClr val="FACC15"/>
                </a:solidFill>
                <a:latin typeface="IBM Plex Mono"/>
              </a:rPr>
              <a:t>mod5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sz="2000" b="1" dirty="0">
                <a:solidFill>
                  <a:srgbClr val="FB923C"/>
                </a:solidFill>
                <a:latin typeface="IBM Plex Mono"/>
              </a:rPr>
              <a:t>int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total) </a:t>
            </a:r>
            <a:r>
              <a:rPr lang="en-IN" sz="2000" b="1" dirty="0">
                <a:solidFill>
                  <a:srgbClr val="FB923C"/>
                </a:solidFill>
                <a:latin typeface="IBM Plex Mono"/>
              </a:rPr>
              <a:t>throws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sz="2000" dirty="0">
                <a:solidFill>
                  <a:srgbClr val="38BDF8"/>
                </a:solidFill>
                <a:latin typeface="IBM Plex Mono"/>
              </a:rPr>
              <a:t>Exception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IN" sz="2000" dirty="0">
                <a:solidFill>
                  <a:srgbClr val="F4F4F5"/>
                </a:solidFill>
                <a:latin typeface="IBM Plex Mono"/>
              </a:rPr>
              <a:t>{ </a:t>
            </a:r>
          </a:p>
          <a:p>
            <a:r>
              <a:rPr lang="en-IN" sz="2000" dirty="0" err="1">
                <a:solidFill>
                  <a:srgbClr val="38BDF8"/>
                </a:solidFill>
                <a:latin typeface="IBM Plex Mono"/>
              </a:rPr>
              <a:t>FileWriter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f = </a:t>
            </a:r>
            <a:r>
              <a:rPr lang="en-IN" sz="2000" b="1" dirty="0">
                <a:solidFill>
                  <a:srgbClr val="FB923C"/>
                </a:solidFill>
                <a:latin typeface="IBM Plex Mono"/>
              </a:rPr>
              <a:t>new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sz="2000" dirty="0" err="1">
                <a:solidFill>
                  <a:srgbClr val="38BDF8"/>
                </a:solidFill>
                <a:latin typeface="IBM Plex Mono"/>
              </a:rPr>
              <a:t>FileWriter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sz="2000" dirty="0">
                <a:solidFill>
                  <a:srgbClr val="A3E635"/>
                </a:solidFill>
                <a:latin typeface="IBM Plex Mono"/>
              </a:rPr>
              <a:t>"Report.txt"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lang="en-IN" sz="2000" dirty="0" err="1">
                <a:solidFill>
                  <a:srgbClr val="F4F4F5"/>
                </a:solidFill>
                <a:latin typeface="IBM Plex Mono"/>
              </a:rPr>
              <a:t>f.</a:t>
            </a:r>
            <a:r>
              <a:rPr lang="en-IN" sz="2000" dirty="0" err="1">
                <a:solidFill>
                  <a:srgbClr val="FACC15"/>
                </a:solidFill>
                <a:latin typeface="IBM Plex Mono"/>
              </a:rPr>
              <a:t>write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sz="2000" dirty="0">
                <a:solidFill>
                  <a:srgbClr val="A3E635"/>
                </a:solidFill>
                <a:latin typeface="IBM Plex Mono"/>
              </a:rPr>
              <a:t>"Total Votes Cast: "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 + total); </a:t>
            </a:r>
            <a:r>
              <a:rPr lang="en-IN" sz="2000" dirty="0" err="1">
                <a:solidFill>
                  <a:srgbClr val="F4F4F5"/>
                </a:solidFill>
                <a:latin typeface="IBM Plex Mono"/>
              </a:rPr>
              <a:t>f.</a:t>
            </a:r>
            <a:r>
              <a:rPr lang="en-IN" sz="2000" dirty="0" err="1">
                <a:solidFill>
                  <a:srgbClr val="FACC15"/>
                </a:solidFill>
                <a:latin typeface="IBM Plex Mono"/>
              </a:rPr>
              <a:t>close</a:t>
            </a:r>
            <a:r>
              <a:rPr lang="en-IN" sz="2000" dirty="0">
                <a:solidFill>
                  <a:srgbClr val="F4F4F5"/>
                </a:solidFill>
                <a:latin typeface="IBM Plex Mono"/>
              </a:rPr>
              <a:t>(); }</a:t>
            </a:r>
          </a:p>
          <a:p>
            <a:pPr algn="ctr"/>
            <a:endParaRPr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8CDE4-3641-DE58-2923-5C72B1290C86}"/>
              </a:ext>
            </a:extLst>
          </p:cNvPr>
          <p:cNvSpPr txBox="1"/>
          <p:nvPr/>
        </p:nvSpPr>
        <p:spPr>
          <a:xfrm>
            <a:off x="138486" y="1683891"/>
            <a:ext cx="611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dirty="0">
                <a:solidFill>
                  <a:srgbClr val="18181B"/>
                </a:solidFill>
                <a:latin typeface="Space Grotesk"/>
              </a:rPr>
              <a:t>Persistent Election 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11050-2E83-C852-2175-68FD23BF5B14}"/>
              </a:ext>
            </a:extLst>
          </p:cNvPr>
          <p:cNvSpPr txBox="1"/>
          <p:nvPr/>
        </p:nvSpPr>
        <p:spPr>
          <a:xfrm>
            <a:off x="138486" y="2131058"/>
            <a:ext cx="611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52525B"/>
                </a:solidFill>
                <a:latin typeface="Space Grotesk"/>
              </a:rPr>
              <a:t>File Stream:</a:t>
            </a:r>
            <a:r>
              <a:rPr lang="en-US" sz="1500" b="0" i="0" u="none" dirty="0">
                <a:solidFill>
                  <a:srgbClr val="52525B"/>
                </a:solidFill>
                <a:latin typeface="Space Grotesk"/>
              </a:rPr>
              <a:t> Instantiates </a:t>
            </a:r>
            <a:r>
              <a:rPr lang="en-US" sz="1500" b="0" i="0" u="none" dirty="0" err="1">
                <a:solidFill>
                  <a:srgbClr val="52525B"/>
                </a:solidFill>
                <a:latin typeface="Space Grotesk"/>
              </a:rPr>
              <a:t>FileWriter</a:t>
            </a:r>
            <a:r>
              <a:rPr lang="en-US" sz="1500" b="0" i="0" u="none" dirty="0">
                <a:solidFill>
                  <a:srgbClr val="52525B"/>
                </a:solidFill>
                <a:latin typeface="Space Grotesk"/>
              </a:rPr>
              <a:t> targeting Report.txt.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1CA10-0458-1834-06D3-991EE7813550}"/>
              </a:ext>
            </a:extLst>
          </p:cNvPr>
          <p:cNvSpPr txBox="1"/>
          <p:nvPr/>
        </p:nvSpPr>
        <p:spPr>
          <a:xfrm>
            <a:off x="138486" y="2532058"/>
            <a:ext cx="611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52525B"/>
                </a:solidFill>
                <a:latin typeface="Space Grotesk"/>
              </a:rPr>
              <a:t>String Concatenation:</a:t>
            </a:r>
            <a:r>
              <a:rPr lang="en-US" sz="1500" b="0" i="0" u="none" dirty="0">
                <a:solidFill>
                  <a:srgbClr val="52525B"/>
                </a:solidFill>
                <a:latin typeface="Space Grotesk"/>
              </a:rPr>
              <a:t> Formats total votes cast into output text.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074292-35CC-A1BA-4F3A-DC7CAE2F8445}"/>
              </a:ext>
            </a:extLst>
          </p:cNvPr>
          <p:cNvSpPr txBox="1"/>
          <p:nvPr/>
        </p:nvSpPr>
        <p:spPr>
          <a:xfrm>
            <a:off x="138486" y="2933058"/>
            <a:ext cx="53240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500" b="1" i="0" u="none" dirty="0">
                <a:solidFill>
                  <a:srgbClr val="52525B"/>
                </a:solidFill>
                <a:latin typeface="Space Grotesk"/>
              </a:rPr>
              <a:t>Exception Clauses:</a:t>
            </a:r>
            <a:r>
              <a:rPr lang="en-IN" sz="1500" b="0" i="0" u="none" dirty="0">
                <a:solidFill>
                  <a:srgbClr val="52525B"/>
                </a:solidFill>
                <a:latin typeface="Space Grotesk"/>
              </a:rPr>
              <a:t> Propagates checked I/O exceptions via throws Exception.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A1B5D86E-8595-ED96-B41B-081FF2603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62" y="4285753"/>
            <a:ext cx="10057737" cy="1891209"/>
          </a:xfrm>
          <a:prstGeom prst="roundRect">
            <a:avLst>
              <a:gd name="adj" fmla="val 3463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IN" sz="1600" dirty="0">
                <a:solidFill>
                  <a:srgbClr val="A1A1AA"/>
                </a:solidFill>
                <a:latin typeface="IBM Plex Mono"/>
              </a:rPr>
              <a:t>// MODULE 6: Collections &amp; Streams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 </a:t>
            </a:r>
          </a:p>
          <a:p>
            <a:r>
              <a:rPr lang="en-IN" sz="1600" b="1" dirty="0">
                <a:solidFill>
                  <a:srgbClr val="FB923C"/>
                </a:solidFill>
                <a:latin typeface="IBM Plex Mono"/>
              </a:rPr>
              <a:t>static void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 </a:t>
            </a:r>
            <a:r>
              <a:rPr lang="en-IN" sz="1600" dirty="0">
                <a:solidFill>
                  <a:srgbClr val="FACC15"/>
                </a:solidFill>
                <a:latin typeface="IBM Plex Mono"/>
              </a:rPr>
              <a:t>mod6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sz="1600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 a, </a:t>
            </a:r>
            <a:r>
              <a:rPr lang="en-IN" sz="1600" dirty="0">
                <a:solidFill>
                  <a:srgbClr val="38BDF8"/>
                </a:solidFill>
                <a:latin typeface="IBM Plex Mono"/>
              </a:rPr>
              <a:t>Candidate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 b) { </a:t>
            </a:r>
          </a:p>
          <a:p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println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sz="1600" dirty="0">
                <a:solidFill>
                  <a:srgbClr val="A3E635"/>
                </a:solidFill>
                <a:latin typeface="IBM Plex Mono"/>
              </a:rPr>
              <a:t>"\n--- Final Results ---"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); </a:t>
            </a:r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Map.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of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(a.name, </a:t>
            </a:r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a.votes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, b.name, </a:t>
            </a:r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b.votes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).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entrySet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().</a:t>
            </a:r>
            <a:r>
              <a:rPr lang="en-IN" sz="1600" dirty="0">
                <a:solidFill>
                  <a:srgbClr val="FACC15"/>
                </a:solidFill>
                <a:latin typeface="IBM Plex Mono"/>
              </a:rPr>
              <a:t>stream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() 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forEach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(e -&gt; </a:t>
            </a:r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System.out.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println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</a:t>
            </a:r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e.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getKey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() + </a:t>
            </a:r>
            <a:r>
              <a:rPr lang="en-IN" sz="1600" dirty="0">
                <a:solidFill>
                  <a:srgbClr val="A3E635"/>
                </a:solidFill>
                <a:latin typeface="IBM Plex Mono"/>
              </a:rPr>
              <a:t>": "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 + </a:t>
            </a:r>
            <a:r>
              <a:rPr lang="en-IN" sz="1600" dirty="0" err="1">
                <a:solidFill>
                  <a:srgbClr val="F4F4F5"/>
                </a:solidFill>
                <a:latin typeface="IBM Plex Mono"/>
              </a:rPr>
              <a:t>e.</a:t>
            </a:r>
            <a:r>
              <a:rPr lang="en-IN" sz="1600" dirty="0" err="1">
                <a:solidFill>
                  <a:srgbClr val="FACC15"/>
                </a:solidFill>
                <a:latin typeface="IBM Plex Mono"/>
              </a:rPr>
              <a:t>getValue</a:t>
            </a:r>
            <a:r>
              <a:rPr lang="en-IN" sz="1600" dirty="0">
                <a:solidFill>
                  <a:srgbClr val="F4F4F5"/>
                </a:solidFill>
                <a:latin typeface="IBM Plex Mono"/>
              </a:rPr>
              <a:t>())); }</a:t>
            </a:r>
          </a:p>
          <a:p>
            <a:pPr algn="ctr"/>
            <a:endParaRPr sz="16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35BED9-8B36-A540-76F0-E3A6BD905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147710"/>
              </p:ext>
            </p:extLst>
          </p:nvPr>
        </p:nvGraphicFramePr>
        <p:xfrm>
          <a:off x="734833" y="1523710"/>
          <a:ext cx="10972799" cy="2247900"/>
        </p:xfrm>
        <a:graphic>
          <a:graphicData uri="http://schemas.openxmlformats.org/drawingml/2006/table">
            <a:tbl>
              <a:tblPr/>
              <a:tblGrid>
                <a:gridCol w="2124521">
                  <a:extLst>
                    <a:ext uri="{9D8B030D-6E8A-4147-A177-3AD203B41FA5}">
                      <a16:colId xmlns:a16="http://schemas.microsoft.com/office/drawing/2014/main" val="2267423324"/>
                    </a:ext>
                  </a:extLst>
                </a:gridCol>
                <a:gridCol w="4812506">
                  <a:extLst>
                    <a:ext uri="{9D8B030D-6E8A-4147-A177-3AD203B41FA5}">
                      <a16:colId xmlns:a16="http://schemas.microsoft.com/office/drawing/2014/main" val="3416125922"/>
                    </a:ext>
                  </a:extLst>
                </a:gridCol>
                <a:gridCol w="4035772">
                  <a:extLst>
                    <a:ext uri="{9D8B030D-6E8A-4147-A177-3AD203B41FA5}">
                      <a16:colId xmlns:a16="http://schemas.microsoft.com/office/drawing/2014/main" val="299386428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C00000"/>
                          </a:solidFill>
                          <a:latin typeface="Space Grotesk"/>
                        </a:rPr>
                        <a:t>API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C00000"/>
                          </a:solidFill>
                          <a:latin typeface="Space Grotesk"/>
                        </a:rPr>
                        <a:t>Syntax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C00000"/>
                          </a:solidFill>
                          <a:latin typeface="Space Grotesk"/>
                        </a:rPr>
                        <a:t>Functional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140466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8181B"/>
                          </a:solidFill>
                          <a:latin typeface="Space Grotesk"/>
                        </a:rPr>
                        <a:t>Map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Map.of(a.name, a.votes, ...)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Stores candidate key-value pairs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6913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8181B"/>
                          </a:solidFill>
                          <a:latin typeface="Space Grotesk"/>
                        </a:rPr>
                        <a:t>Stream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8181B"/>
                          </a:solidFill>
                          <a:latin typeface="Space Grotesk"/>
                        </a:rPr>
                        <a:t>.</a:t>
                      </a:r>
                      <a:r>
                        <a:rPr sz="1500" b="0" i="0" u="none" dirty="0" err="1">
                          <a:solidFill>
                            <a:srgbClr val="18181B"/>
                          </a:solidFill>
                          <a:latin typeface="Space Grotesk"/>
                        </a:rPr>
                        <a:t>entrySet</a:t>
                      </a:r>
                      <a:r>
                        <a:rPr sz="1500" b="0" i="0" u="none" dirty="0">
                          <a:solidFill>
                            <a:srgbClr val="18181B"/>
                          </a:solidFill>
                          <a:latin typeface="Space Grotesk"/>
                        </a:rPr>
                        <a:t>().stream()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Converts map entries into data stream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01628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8181B"/>
                          </a:solidFill>
                          <a:latin typeface="Space Grotesk"/>
                        </a:rPr>
                        <a:t>Lambda Consumer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8181B"/>
                          </a:solidFill>
                          <a:latin typeface="Space Grotesk"/>
                        </a:rPr>
                        <a:t>.forEach(e -&gt; System.out.println(...))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8181B"/>
                          </a:solidFill>
                          <a:latin typeface="Space Grotesk"/>
                        </a:rPr>
                        <a:t>Prints formatted candidate results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4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Error-Resistant Application:</a:t>
            </a:r>
            <a:r>
              <a:rPr lang="en-IN" dirty="0"/>
              <a:t> Combining foundational control flow with Object-Oriented Design, Streams, and File I/O delivers a complete, error-resistant campus voting application. </a:t>
            </a:r>
          </a:p>
          <a:p>
            <a:pPr lvl="0"/>
            <a:r>
              <a:rPr lang="en-IN" b="1" dirty="0"/>
              <a:t>Syllabus Integration:</a:t>
            </a:r>
            <a:r>
              <a:rPr lang="en-IN" dirty="0"/>
              <a:t> Integrates 6 Core Java syllabus modules (Console I/O, Control Flow, Arrays &amp; Methods, OOP, File I/O, and Collections &amp; Streams) into a single system. </a:t>
            </a:r>
          </a:p>
          <a:p>
            <a:pPr lvl="0"/>
            <a:r>
              <a:rPr lang="en-IN" b="1" dirty="0"/>
              <a:t>Automated Tally Accuracy:</a:t>
            </a:r>
            <a:r>
              <a:rPr lang="en-IN" dirty="0"/>
              <a:t> Achieves 100% automated vote tally accuracy alongside real-time console result mapping. </a:t>
            </a:r>
          </a:p>
          <a:p>
            <a:pPr lvl="0"/>
            <a:r>
              <a:rPr lang="en-IN" b="1" dirty="0"/>
              <a:t>Permanent Digital Audit:</a:t>
            </a:r>
            <a:r>
              <a:rPr lang="en-IN" dirty="0"/>
              <a:t> Generates Report.txt to provide a permanent digital audit output of the verified vote counts.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8E0796C6-487C-C2A1-30E8-23D78AD0B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15332"/>
            <a:ext cx="10285674" cy="4761631"/>
          </a:xfrm>
          <a:prstGeom prst="roundRect">
            <a:avLst>
              <a:gd name="adj" fmla="val 1769"/>
            </a:avLst>
          </a:prstGeom>
          <a:solidFill>
            <a:srgbClr val="18181B"/>
          </a:solidFill>
          <a:ln w="19050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5000" lnSpcReduction="20000"/>
          </a:bodyPr>
          <a:lstStyle/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How many voters are participating?:2 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Enter ID &amp; Year (1-4): 2620040117 1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 1 for SRB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 2 for CNI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Voted=1</a:t>
            </a:r>
          </a:p>
          <a:p>
            <a:endParaRPr lang="en-US" dirty="0">
              <a:solidFill>
                <a:srgbClr val="A3E635"/>
              </a:solidFill>
              <a:latin typeface="IBM Plex Mono"/>
            </a:endParaRP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Voter 2 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Enter ID &amp; Year (1-4): 2620080044 4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 1 for SRB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 2 for CNI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Voted=1 </a:t>
            </a:r>
          </a:p>
          <a:p>
            <a:endParaRPr lang="en-US" dirty="0">
              <a:solidFill>
                <a:srgbClr val="A3E635"/>
              </a:solidFill>
              <a:latin typeface="IBM Plex Mono"/>
            </a:endParaRP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--- Final Results ---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CNI: 2 </a:t>
            </a:r>
          </a:p>
          <a:p>
            <a:r>
              <a:rPr lang="en-US" dirty="0">
                <a:solidFill>
                  <a:srgbClr val="A3E635"/>
                </a:solidFill>
                <a:latin typeface="IBM Plex Mono"/>
              </a:rPr>
              <a:t>SRB: 0</a:t>
            </a: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1130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IBM Plex Mono</vt:lpstr>
      <vt:lpstr>Space Grotesk</vt:lpstr>
      <vt:lpstr>Office Theme</vt:lpstr>
      <vt:lpstr>Student Council Election System 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Arjun Kireeti Nagumalli</cp:lastModifiedBy>
  <cp:revision>3</cp:revision>
  <dcterms:created xsi:type="dcterms:W3CDTF">2026-09-15T09:57:10Z</dcterms:created>
  <dcterms:modified xsi:type="dcterms:W3CDTF">2026-10-16T14:28:38Z</dcterms:modified>
</cp:coreProperties>
</file>