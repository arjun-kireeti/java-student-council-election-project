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IBM Plex Mono" panose="020B0509050203000203" pitchFamily="49" charset="0"/>
      <p:regular r:id="rId14"/>
      <p:bold r:id="rId15"/>
    </p:embeddedFont>
    <p:embeddedFont>
      <p:font typeface="Space Grotesk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083146-2859-4BE3-8CCC-0B23181D7F00}" v="1" dt="2026-10-16T02:54:32.5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245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jun Kireeti Nagumalli" userId="22bbfcb7a91a44b0" providerId="LiveId" clId="{F287590E-E63C-4E6C-802F-624B28724EE5}"/>
    <pc:docChg chg="undo custSel addSld delSld modSld">
      <pc:chgData name="Arjun Kireeti Nagumalli" userId="22bbfcb7a91a44b0" providerId="LiveId" clId="{F287590E-E63C-4E6C-802F-624B28724EE5}" dt="2026-10-16T03:00:45.998" v="76" actId="20577"/>
      <pc:docMkLst>
        <pc:docMk/>
      </pc:docMkLst>
      <pc:sldChg chg="modSp mod">
        <pc:chgData name="Arjun Kireeti Nagumalli" userId="22bbfcb7a91a44b0" providerId="LiveId" clId="{F287590E-E63C-4E6C-802F-624B28724EE5}" dt="2026-10-16T02:57:07.480" v="9" actId="20577"/>
        <pc:sldMkLst>
          <pc:docMk/>
          <pc:sldMk cId="0" sldId="262"/>
        </pc:sldMkLst>
        <pc:spChg chg="mod">
          <ac:chgData name="Arjun Kireeti Nagumalli" userId="22bbfcb7a91a44b0" providerId="LiveId" clId="{F287590E-E63C-4E6C-802F-624B28724EE5}" dt="2026-10-16T02:57:07.480" v="9" actId="20577"/>
          <ac:spMkLst>
            <pc:docMk/>
            <pc:sldMk cId="0" sldId="262"/>
            <ac:spMk id="8" creationId="{00000000-0000-0000-0000-000000000000}"/>
          </ac:spMkLst>
        </pc:spChg>
      </pc:sldChg>
      <pc:sldChg chg="modSp mod">
        <pc:chgData name="Arjun Kireeti Nagumalli" userId="22bbfcb7a91a44b0" providerId="LiveId" clId="{F287590E-E63C-4E6C-802F-624B28724EE5}" dt="2026-10-16T02:56:54.758" v="7" actId="20577"/>
        <pc:sldMkLst>
          <pc:docMk/>
          <pc:sldMk cId="0" sldId="263"/>
        </pc:sldMkLst>
        <pc:spChg chg="mod">
          <ac:chgData name="Arjun Kireeti Nagumalli" userId="22bbfcb7a91a44b0" providerId="LiveId" clId="{F287590E-E63C-4E6C-802F-624B28724EE5}" dt="2026-10-16T02:56:54.758" v="7" actId="20577"/>
          <ac:spMkLst>
            <pc:docMk/>
            <pc:sldMk cId="0" sldId="263"/>
            <ac:spMk id="6" creationId="{00000000-0000-0000-0000-000000000000}"/>
          </ac:spMkLst>
        </pc:spChg>
      </pc:sldChg>
      <pc:sldChg chg="modSp mod">
        <pc:chgData name="Arjun Kireeti Nagumalli" userId="22bbfcb7a91a44b0" providerId="LiveId" clId="{F287590E-E63C-4E6C-802F-624B28724EE5}" dt="2026-10-16T02:56:27.350" v="2" actId="20577"/>
        <pc:sldMkLst>
          <pc:docMk/>
          <pc:sldMk cId="0" sldId="264"/>
        </pc:sldMkLst>
        <pc:spChg chg="mod">
          <ac:chgData name="Arjun Kireeti Nagumalli" userId="22bbfcb7a91a44b0" providerId="LiveId" clId="{F287590E-E63C-4E6C-802F-624B28724EE5}" dt="2026-10-16T02:56:27.350" v="2" actId="20577"/>
          <ac:spMkLst>
            <pc:docMk/>
            <pc:sldMk cId="0" sldId="264"/>
            <ac:spMk id="18" creationId="{00000000-0000-0000-0000-000000000000}"/>
          </ac:spMkLst>
        </pc:spChg>
      </pc:sldChg>
      <pc:sldChg chg="modSp mod">
        <pc:chgData name="Arjun Kireeti Nagumalli" userId="22bbfcb7a91a44b0" providerId="LiveId" clId="{F287590E-E63C-4E6C-802F-624B28724EE5}" dt="2026-10-16T03:00:45.998" v="76" actId="20577"/>
        <pc:sldMkLst>
          <pc:docMk/>
          <pc:sldMk cId="0" sldId="266"/>
        </pc:sldMkLst>
        <pc:spChg chg="mod">
          <ac:chgData name="Arjun Kireeti Nagumalli" userId="22bbfcb7a91a44b0" providerId="LiveId" clId="{F287590E-E63C-4E6C-802F-624B28724EE5}" dt="2026-10-16T03:00:45.998" v="76" actId="20577"/>
          <ac:spMkLst>
            <pc:docMk/>
            <pc:sldMk cId="0" sldId="266"/>
            <ac:spMk id="5" creationId="{00000000-0000-0000-0000-000000000000}"/>
          </ac:spMkLst>
        </pc:spChg>
      </pc:sldChg>
      <pc:sldChg chg="modSp">
        <pc:chgData name="Arjun Kireeti Nagumalli" userId="22bbfcb7a91a44b0" providerId="LiveId" clId="{F287590E-E63C-4E6C-802F-624B28724EE5}" dt="2026-10-16T02:54:32.594" v="0"/>
        <pc:sldMkLst>
          <pc:docMk/>
          <pc:sldMk cId="0" sldId="267"/>
        </pc:sldMkLst>
        <pc:spChg chg="mod">
          <ac:chgData name="Arjun Kireeti Nagumalli" userId="22bbfcb7a91a44b0" providerId="LiveId" clId="{F287590E-E63C-4E6C-802F-624B28724EE5}" dt="2026-10-16T02:54:32.594" v="0"/>
          <ac:spMkLst>
            <pc:docMk/>
            <pc:sldMk cId="0" sldId="267"/>
            <ac:spMk id="6" creationId="{00000000-0000-0000-0000-000000000000}"/>
          </ac:spMkLst>
        </pc:spChg>
      </pc:sldChg>
      <pc:sldChg chg="new del">
        <pc:chgData name="Arjun Kireeti Nagumalli" userId="22bbfcb7a91a44b0" providerId="LiveId" clId="{F287590E-E63C-4E6C-802F-624B28724EE5}" dt="2026-10-16T02:56:41.511" v="4" actId="680"/>
        <pc:sldMkLst>
          <pc:docMk/>
          <pc:sldMk cId="1556147743" sldId="268"/>
        </pc:sldMkLst>
      </pc:sldChg>
      <pc:sldChg chg="new del">
        <pc:chgData name="Arjun Kireeti Nagumalli" userId="22bbfcb7a91a44b0" providerId="LiveId" clId="{F287590E-E63C-4E6C-802F-624B28724EE5}" dt="2026-10-16T02:59:11.503" v="36" actId="680"/>
        <pc:sldMkLst>
          <pc:docMk/>
          <pc:sldMk cId="3235996165" sldId="268"/>
        </pc:sldMkLst>
      </pc:sldChg>
      <pc:sldChg chg="new del">
        <pc:chgData name="Arjun Kireeti Nagumalli" userId="22bbfcb7a91a44b0" providerId="LiveId" clId="{F287590E-E63C-4E6C-802F-624B28724EE5}" dt="2026-10-16T02:59:16.208" v="38" actId="680"/>
        <pc:sldMkLst>
          <pc:docMk/>
          <pc:sldMk cId="4173046861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814762"/>
            <a:ext cx="609600" cy="381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1681162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B923C"/>
                </a:solidFill>
                <a:latin typeface="IBM Plex Mono"/>
              </a:rPr>
              <a:t>JAVA PROGRAMMING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024062"/>
            <a:ext cx="9701212" cy="156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 u="none">
                <a:solidFill>
                  <a:srgbClr val="FAFAF9"/>
                </a:solidFill>
                <a:latin typeface="Space Grotesk"/>
              </a:rPr>
              <a:t>Student Council Election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310062"/>
            <a:ext cx="39647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A1A1AA"/>
                </a:solidFill>
                <a:latin typeface="Space Grotesk"/>
              </a:rPr>
              <a:t>TEAM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586287"/>
            <a:ext cx="396478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AFAF9"/>
                </a:solidFill>
                <a:latin typeface="Space Grotesk"/>
              </a:rPr>
              <a:t>N. Arjun Kireeti — 2620040117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910137"/>
            <a:ext cx="396478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AFAF9"/>
                </a:solidFill>
                <a:latin typeface="Space Grotesk"/>
              </a:rPr>
              <a:t>K. Vishwaksena — 2620080044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1025" y="4310062"/>
            <a:ext cx="21788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A1A1AA"/>
                </a:solidFill>
                <a:latin typeface="Space Grotesk"/>
              </a:rPr>
              <a:t>FACULTY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91025" y="4586287"/>
            <a:ext cx="217884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AFAF9"/>
                </a:solidFill>
                <a:latin typeface="Space Grotesk"/>
              </a:rPr>
              <a:t>Balaiah Gudipudi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3700" y="4310062"/>
            <a:ext cx="2214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A1A1AA"/>
                </a:solidFill>
                <a:latin typeface="Space Grotesk"/>
              </a:rPr>
              <a:t>CAMPUS 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3700" y="4586287"/>
            <a:ext cx="221456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AFAF9"/>
                </a:solidFill>
                <a:latin typeface="Space Grotesk"/>
              </a:rPr>
              <a:t>Bachupally, India</a:t>
            </a:r>
          </a:p>
        </p:txBody>
      </p:sp>
      <p:pic>
        <p:nvPicPr>
          <p:cNvPr id="13" name="Picture 12" descr="DEEMED TO BE U NIVERSITY&#10;&#10;AI-generated content may be incorrect.">
            <a:extLst>
              <a:ext uri="{FF2B5EF4-FFF2-40B4-BE49-F238E27FC236}">
                <a16:creationId xmlns:a16="http://schemas.microsoft.com/office/drawing/2014/main" id="{930109AA-3103-C10D-B1B4-6AB903BB5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941" y="228600"/>
            <a:ext cx="2733675" cy="11715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371850"/>
            <a:ext cx="2571750" cy="1866900"/>
          </a:xfrm>
          <a:prstGeom prst="roundRect">
            <a:avLst>
              <a:gd name="adj" fmla="val 4081"/>
            </a:avLst>
          </a:prstGeom>
          <a:solidFill>
            <a:srgbClr val="FAFAF9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3371850"/>
            <a:ext cx="2571750" cy="1866900"/>
          </a:xfrm>
          <a:prstGeom prst="roundRect">
            <a:avLst>
              <a:gd name="adj" fmla="val 4081"/>
            </a:avLst>
          </a:prstGeom>
          <a:solidFill>
            <a:srgbClr val="FAFAF9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3371850"/>
            <a:ext cx="2571750" cy="1866900"/>
          </a:xfrm>
          <a:prstGeom prst="roundRect">
            <a:avLst>
              <a:gd name="adj" fmla="val 4081"/>
            </a:avLst>
          </a:prstGeom>
          <a:solidFill>
            <a:srgbClr val="FAFAF9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3371850"/>
            <a:ext cx="2571750" cy="1866900"/>
          </a:xfrm>
          <a:prstGeom prst="roundRect">
            <a:avLst>
              <a:gd name="adj" fmla="val 4081"/>
            </a:avLst>
          </a:prstGeom>
          <a:solidFill>
            <a:srgbClr val="FAFAF9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686175"/>
            <a:ext cx="3429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275" y="3686175"/>
            <a:ext cx="3429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3686175"/>
            <a:ext cx="2667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4975" y="3686175"/>
            <a:ext cx="2286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2410C"/>
                </a:solidFill>
                <a:latin typeface="IBM Plex Mono"/>
              </a:rPr>
              <a:t>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8181B"/>
                </a:solidFill>
                <a:latin typeface="Space Grotesk"/>
              </a:rPr>
              <a:t>Abstract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371600"/>
            <a:ext cx="94297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52525B"/>
                </a:solidFill>
                <a:latin typeface="Space Grotesk"/>
              </a:rPr>
              <a:t>Automated campus election platform executing voter verification, real-time ballot tallying, and permanent file archival using core Java foundations.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143375"/>
            <a:ext cx="255031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8181B"/>
                </a:solidFill>
                <a:latin typeface="Space Grotesk"/>
              </a:rPr>
              <a:t>Voter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486275"/>
            <a:ext cx="20383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B"/>
                </a:solidFill>
                <a:latin typeface="Space Grotesk"/>
              </a:rPr>
              <a:t>Academic year eligibility validation.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4275" y="4143375"/>
            <a:ext cx="255031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8181B"/>
                </a:solidFill>
                <a:latin typeface="Space Grotesk"/>
              </a:rPr>
              <a:t>Digital Ballot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4275" y="4486275"/>
            <a:ext cx="20383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B"/>
                </a:solidFill>
                <a:latin typeface="Space Grotesk"/>
              </a:rPr>
              <a:t>Direct candidate vote routing.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4143375"/>
            <a:ext cx="255031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8181B"/>
                </a:solidFill>
                <a:latin typeface="Space Grotesk"/>
              </a:rPr>
              <a:t>Live Stream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625" y="4486275"/>
            <a:ext cx="20383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B"/>
                </a:solidFill>
                <a:latin typeface="Space Grotesk"/>
              </a:rPr>
              <a:t>Instant collection result mapping.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4975" y="4143375"/>
            <a:ext cx="255031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8181B"/>
                </a:solidFill>
                <a:latin typeface="Space Grotesk"/>
              </a:rPr>
              <a:t>File Archive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4975" y="4486275"/>
            <a:ext cx="20383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B"/>
                </a:solidFill>
                <a:latin typeface="Space Grotesk"/>
              </a:rPr>
              <a:t>Permanent text report generation.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86475" y="2209800"/>
            <a:ext cx="19050" cy="3429000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2410C"/>
                </a:solidFill>
                <a:latin typeface="IBM Plex Mono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8181B"/>
                </a:solidFill>
                <a:latin typeface="Space Grotesk"/>
              </a:rPr>
              <a:t>Understanding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371725"/>
            <a:ext cx="6588323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18181B"/>
                </a:solidFill>
                <a:latin typeface="Space Grotesk"/>
              </a:rPr>
              <a:t>Manual Paper Elections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62725" y="2371725"/>
            <a:ext cx="5629275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C2410C"/>
                </a:solidFill>
                <a:latin typeface="Space Grotesk"/>
              </a:rPr>
              <a:t>Automated Java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924175"/>
            <a:ext cx="511492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2525B"/>
                </a:solidFill>
                <a:latin typeface="Space Grotesk"/>
              </a:rPr>
              <a:t>Slow Verification:</a:t>
            </a:r>
            <a:r>
              <a:rPr sz="1500" b="0" i="0" u="none">
                <a:solidFill>
                  <a:srgbClr val="52525B"/>
                </a:solidFill>
                <a:latin typeface="Space Grotesk"/>
              </a:rPr>
              <a:t> Manual student ID checks delay polling queues.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609975"/>
            <a:ext cx="511492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2525B"/>
                </a:solidFill>
                <a:latin typeface="Space Grotesk"/>
              </a:rPr>
              <a:t>Counting Errors:</a:t>
            </a:r>
            <a:r>
              <a:rPr sz="1500" b="0" i="0" u="none">
                <a:solidFill>
                  <a:srgbClr val="52525B"/>
                </a:solidFill>
                <a:latin typeface="Space Grotesk"/>
              </a:rPr>
              <a:t> Physical paper ballots risk human miscounts.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295775"/>
            <a:ext cx="511492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2525B"/>
                </a:solidFill>
                <a:latin typeface="Space Grotesk"/>
              </a:rPr>
              <a:t>Delayed Results:</a:t>
            </a:r>
            <a:r>
              <a:rPr sz="1500" b="0" i="0" u="none">
                <a:solidFill>
                  <a:srgbClr val="52525B"/>
                </a:solidFill>
                <a:latin typeface="Space Grotesk"/>
              </a:rPr>
              <a:t> Hours spent sorting physical ballot boxes.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981575"/>
            <a:ext cx="511492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2525B"/>
                </a:solidFill>
                <a:latin typeface="Space Grotesk"/>
              </a:rPr>
              <a:t>Fragile Records:</a:t>
            </a:r>
            <a:r>
              <a:rPr sz="1500" b="0" i="0" u="none">
                <a:solidFill>
                  <a:srgbClr val="52525B"/>
                </a:solidFill>
                <a:latin typeface="Space Grotesk"/>
              </a:rPr>
              <a:t> Paper tally sheets lack digital backup.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2924175"/>
            <a:ext cx="511492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8181B"/>
                </a:solidFill>
                <a:latin typeface="Space Grotesk"/>
              </a:rPr>
              <a:t>Instant Validation:</a:t>
            </a:r>
            <a:r>
              <a:rPr sz="1500" b="0" i="0" u="none">
                <a:solidFill>
                  <a:srgbClr val="18181B"/>
                </a:solidFill>
                <a:latin typeface="Space Grotesk"/>
              </a:rPr>
              <a:t> Relational operators verify academic year immediately.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609975"/>
            <a:ext cx="511492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8181B"/>
                </a:solidFill>
                <a:latin typeface="Space Grotesk"/>
              </a:rPr>
              <a:t>Exact Tallies:</a:t>
            </a:r>
            <a:r>
              <a:rPr sz="1500" b="0" i="0" u="none">
                <a:solidFill>
                  <a:srgbClr val="18181B"/>
                </a:solidFill>
                <a:latin typeface="Space Grotesk"/>
              </a:rPr>
              <a:t> Switch control flow increments encapsulated counters.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4295775"/>
            <a:ext cx="511492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8181B"/>
                </a:solidFill>
                <a:latin typeface="Space Grotesk"/>
              </a:rPr>
              <a:t>Real-Time Output:</a:t>
            </a:r>
            <a:r>
              <a:rPr sz="1500" b="0" i="0" u="none">
                <a:solidFill>
                  <a:srgbClr val="18181B"/>
                </a:solidFill>
                <a:latin typeface="Space Grotesk"/>
              </a:rPr>
              <a:t> Java Streams print live candidate standings.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4981575"/>
            <a:ext cx="511492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8181B"/>
                </a:solidFill>
                <a:latin typeface="Space Grotesk"/>
              </a:rPr>
              <a:t>Permanent Storage:</a:t>
            </a:r>
            <a:r>
              <a:rPr sz="1500" b="0" i="0" u="none">
                <a:solidFill>
                  <a:srgbClr val="18181B"/>
                </a:solidFill>
                <a:latin typeface="Space Grotesk"/>
              </a:rPr>
              <a:t> FileWriter exports verified counts to disk.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0" y="2633662"/>
            <a:ext cx="7010400" cy="2505075"/>
          </a:xfrm>
          <a:prstGeom prst="roundRect">
            <a:avLst>
              <a:gd name="adj" fmla="val 3041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2410C"/>
                </a:solidFill>
                <a:latin typeface="IBM Plex Mono"/>
              </a:rPr>
              <a:t>MODULE 1 — COMPUTATIONAL THINKING &amp; JAVA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8181B"/>
                </a:solidFill>
                <a:latin typeface="Space Grotesk"/>
              </a:rPr>
              <a:t>CO 1 Topics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767012"/>
            <a:ext cx="460057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8181B"/>
                </a:solidFill>
                <a:latin typeface="Space Grotesk"/>
              </a:rPr>
              <a:t>Basics &amp; Console I/O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800" y="2938462"/>
            <a:ext cx="6496050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A1A1AA"/>
                </a:solidFill>
                <a:latin typeface="IBM Plex Mono"/>
              </a:rPr>
              <a:t>// MODULE 1: Basics &amp; I/O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</a:t>
            </a:r>
            <a:endParaRPr lang="en-IN" sz="1500" b="0" i="0" u="none" dirty="0">
              <a:solidFill>
                <a:srgbClr val="F4F4F5"/>
              </a:solidFill>
              <a:latin typeface="IBM Plex Mono"/>
            </a:endParaRPr>
          </a:p>
          <a:p>
            <a:pPr algn="l"/>
            <a:r>
              <a:rPr sz="1500" b="1" i="0" u="none" dirty="0">
                <a:solidFill>
                  <a:srgbClr val="FB923C"/>
                </a:solidFill>
                <a:latin typeface="IBM Plex Mono"/>
              </a:rPr>
              <a:t>static </a:t>
            </a:r>
            <a:r>
              <a:rPr sz="1500" b="1" i="0" u="none" dirty="0" err="1">
                <a:solidFill>
                  <a:srgbClr val="FB923C"/>
                </a:solidFill>
                <a:latin typeface="IBM Plex Mono"/>
              </a:rPr>
              <a:t>boolean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</a:t>
            </a:r>
            <a:r>
              <a:rPr sz="1500" b="0" i="0" u="none" dirty="0">
                <a:solidFill>
                  <a:srgbClr val="FACC15"/>
                </a:solidFill>
                <a:latin typeface="IBM Plex Mono"/>
              </a:rPr>
              <a:t>mod1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(</a:t>
            </a:r>
            <a:r>
              <a:rPr sz="1500" b="0" i="0" u="none" dirty="0">
                <a:solidFill>
                  <a:srgbClr val="38BDF8"/>
                </a:solidFill>
                <a:latin typeface="IBM Plex Mono"/>
              </a:rPr>
              <a:t>Scanner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s, </a:t>
            </a:r>
            <a:r>
              <a:rPr sz="1500" b="1" i="0" u="none" dirty="0">
                <a:solidFill>
                  <a:srgbClr val="FB923C"/>
                </a:solidFill>
                <a:latin typeface="IBM Plex Mono"/>
              </a:rPr>
              <a:t>int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</a:t>
            </a:r>
            <a:r>
              <a:rPr sz="1500" b="0" i="0" u="none" dirty="0" err="1">
                <a:solidFill>
                  <a:srgbClr val="F4F4F5"/>
                </a:solidFill>
                <a:latin typeface="IBM Plex Mono"/>
              </a:rPr>
              <a:t>voterNum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) </a:t>
            </a:r>
            <a:endParaRPr lang="en-IN" sz="1500" b="0" i="0" u="none" dirty="0">
              <a:solidFill>
                <a:srgbClr val="F4F4F5"/>
              </a:solidFill>
              <a:latin typeface="IBM Plex Mono"/>
            </a:endParaRPr>
          </a:p>
          <a:p>
            <a:pPr algn="l"/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{ </a:t>
            </a:r>
            <a:endParaRPr lang="en-IN" sz="1500" b="0" i="0" u="none" dirty="0">
              <a:solidFill>
                <a:srgbClr val="F4F4F5"/>
              </a:solidFill>
              <a:latin typeface="IBM Plex Mono"/>
            </a:endParaRPr>
          </a:p>
          <a:p>
            <a:pPr algn="l"/>
            <a:r>
              <a:rPr sz="1500" b="0" i="0" u="none" dirty="0" err="1">
                <a:solidFill>
                  <a:srgbClr val="F4F4F5"/>
                </a:solidFill>
                <a:latin typeface="IBM Plex Mono"/>
              </a:rPr>
              <a:t>System.out.</a:t>
            </a:r>
            <a:r>
              <a:rPr sz="1500" b="0" i="0" u="none" dirty="0" err="1">
                <a:solidFill>
                  <a:srgbClr val="FACC15"/>
                </a:solidFill>
                <a:latin typeface="IBM Plex Mono"/>
              </a:rPr>
              <a:t>print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(</a:t>
            </a:r>
            <a:r>
              <a:rPr sz="1500" b="0" i="0" u="none" dirty="0">
                <a:solidFill>
                  <a:srgbClr val="A3E635"/>
                </a:solidFill>
                <a:latin typeface="IBM Plex Mono"/>
              </a:rPr>
              <a:t>"\</a:t>
            </a:r>
            <a:r>
              <a:rPr sz="1500" b="0" i="0" u="none" dirty="0" err="1">
                <a:solidFill>
                  <a:srgbClr val="A3E635"/>
                </a:solidFill>
                <a:latin typeface="IBM Plex Mono"/>
              </a:rPr>
              <a:t>nVoter</a:t>
            </a:r>
            <a:r>
              <a:rPr sz="1500" b="0" i="0" u="none" dirty="0">
                <a:solidFill>
                  <a:srgbClr val="A3E635"/>
                </a:solidFill>
                <a:latin typeface="IBM Plex Mono"/>
              </a:rPr>
              <a:t> "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+ </a:t>
            </a:r>
            <a:r>
              <a:rPr sz="1500" b="0" i="0" u="none" dirty="0" err="1">
                <a:solidFill>
                  <a:srgbClr val="F4F4F5"/>
                </a:solidFill>
                <a:latin typeface="IBM Plex Mono"/>
              </a:rPr>
              <a:t>voterNum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+ </a:t>
            </a:r>
            <a:r>
              <a:rPr sz="1500" b="0" i="0" u="none" dirty="0">
                <a:solidFill>
                  <a:srgbClr val="A3E635"/>
                </a:solidFill>
                <a:latin typeface="IBM Plex Mono"/>
              </a:rPr>
              <a:t>" - Enter ID &amp; Year (1-4): "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); </a:t>
            </a:r>
            <a:r>
              <a:rPr sz="1500" b="0" i="0" u="none" dirty="0" err="1">
                <a:solidFill>
                  <a:srgbClr val="F4F4F5"/>
                </a:solidFill>
                <a:latin typeface="IBM Plex Mono"/>
              </a:rPr>
              <a:t>s.</a:t>
            </a:r>
            <a:r>
              <a:rPr sz="1500" b="0" i="0" u="none" dirty="0" err="1">
                <a:solidFill>
                  <a:srgbClr val="FACC15"/>
                </a:solidFill>
                <a:latin typeface="IBM Plex Mono"/>
              </a:rPr>
              <a:t>next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(); </a:t>
            </a:r>
            <a:r>
              <a:rPr sz="1500" b="1" i="0" u="none" dirty="0">
                <a:solidFill>
                  <a:srgbClr val="FB923C"/>
                </a:solidFill>
                <a:latin typeface="IBM Plex Mono"/>
              </a:rPr>
              <a:t>return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</a:t>
            </a:r>
            <a:r>
              <a:rPr sz="1500" b="0" i="0" u="none" dirty="0" err="1">
                <a:solidFill>
                  <a:srgbClr val="F4F4F5"/>
                </a:solidFill>
                <a:latin typeface="IBM Plex Mono"/>
              </a:rPr>
              <a:t>s.</a:t>
            </a:r>
            <a:r>
              <a:rPr sz="1500" b="0" i="0" u="none" dirty="0" err="1">
                <a:solidFill>
                  <a:srgbClr val="FACC15"/>
                </a:solidFill>
                <a:latin typeface="IBM Plex Mono"/>
              </a:rPr>
              <a:t>nextInt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() &lt;= </a:t>
            </a:r>
            <a:r>
              <a:rPr sz="1500" b="0" i="0" u="none" dirty="0">
                <a:solidFill>
                  <a:srgbClr val="A3E635"/>
                </a:solidFill>
                <a:latin typeface="IBM Plex Mono"/>
              </a:rPr>
              <a:t>4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;  </a:t>
            </a:r>
            <a:r>
              <a:rPr lang="en-IN" sz="1500" b="0" i="0" u="none" dirty="0">
                <a:solidFill>
                  <a:srgbClr val="F4F4F5"/>
                </a:solidFill>
                <a:latin typeface="IBM Plex Mono"/>
              </a:rPr>
              <a:t> </a:t>
            </a:r>
          </a:p>
          <a:p>
            <a:pPr algn="l"/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214687"/>
            <a:ext cx="3600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2525B"/>
                </a:solidFill>
                <a:latin typeface="Space Grotesk"/>
              </a:rPr>
              <a:t>Typed Input:</a:t>
            </a:r>
            <a:r>
              <a:rPr sz="1500" b="0" i="0" u="none">
                <a:solidFill>
                  <a:srgbClr val="52525B"/>
                </a:solidFill>
                <a:latin typeface="Space Grotesk"/>
              </a:rPr>
              <a:t> Reads student ID token and academic year via Scanner.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862387"/>
            <a:ext cx="3600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2525B"/>
                </a:solidFill>
                <a:latin typeface="Space Grotesk"/>
              </a:rPr>
              <a:t>Relational Check:</a:t>
            </a:r>
            <a:r>
              <a:rPr sz="1500" b="0" i="0" u="none">
                <a:solidFill>
                  <a:srgbClr val="52525B"/>
                </a:solidFill>
                <a:latin typeface="Space Grotesk"/>
              </a:rPr>
              <a:t> Evaluates expression &lt;= 4 for voter eligibility.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510087"/>
            <a:ext cx="3600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2525B"/>
                </a:solidFill>
                <a:latin typeface="Space Grotesk"/>
              </a:rPr>
              <a:t>Boolean Return:</a:t>
            </a:r>
            <a:r>
              <a:rPr sz="1500" b="0" i="0" u="none">
                <a:solidFill>
                  <a:srgbClr val="52525B"/>
                </a:solidFill>
                <a:latin typeface="Space Grotesk"/>
              </a:rPr>
              <a:t> Passes verification status directly to main loop.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71600"/>
            <a:ext cx="3238500" cy="1057275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76750" y="1371600"/>
            <a:ext cx="3238500" cy="1057275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43900" y="1371600"/>
            <a:ext cx="3238500" cy="1057275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2947987"/>
            <a:ext cx="10972800" cy="3162300"/>
          </a:xfrm>
          <a:prstGeom prst="roundRect">
            <a:avLst>
              <a:gd name="adj" fmla="val 2409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700" y="1804987"/>
            <a:ext cx="17145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850" y="1804987"/>
            <a:ext cx="17145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2410C"/>
                </a:solidFill>
                <a:latin typeface="IBM Plex Mono"/>
              </a:rPr>
              <a:t>MODULE 2 — SELECTION &amp; ITERATION CONTROL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8181B"/>
                </a:solidFill>
                <a:latin typeface="Space Grotesk"/>
              </a:rPr>
              <a:t>CO 2 TOPICS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52787"/>
            <a:ext cx="10458450" cy="2077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A1A1AA"/>
                </a:solidFill>
                <a:latin typeface="IBM Plex Mono"/>
              </a:rPr>
              <a:t>// MODULE 2: Control Flow (Switch)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</a:t>
            </a:r>
            <a:endParaRPr lang="en-IN" sz="1500" b="0" i="0" u="none" dirty="0">
              <a:solidFill>
                <a:srgbClr val="F4F4F5"/>
              </a:solidFill>
              <a:latin typeface="IBM Plex Mono"/>
            </a:endParaRPr>
          </a:p>
          <a:p>
            <a:pPr algn="l"/>
            <a:r>
              <a:rPr sz="1500" b="1" i="0" u="none" dirty="0">
                <a:solidFill>
                  <a:srgbClr val="FB923C"/>
                </a:solidFill>
                <a:latin typeface="IBM Plex Mono"/>
              </a:rPr>
              <a:t>static void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</a:t>
            </a:r>
            <a:r>
              <a:rPr sz="1500" b="0" i="0" u="none" dirty="0">
                <a:solidFill>
                  <a:srgbClr val="FACC15"/>
                </a:solidFill>
                <a:latin typeface="IBM Plex Mono"/>
              </a:rPr>
              <a:t>mod2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(</a:t>
            </a:r>
            <a:r>
              <a:rPr sz="1500" b="0" i="0" u="none" dirty="0">
                <a:solidFill>
                  <a:srgbClr val="38BDF8"/>
                </a:solidFill>
                <a:latin typeface="IBM Plex Mono"/>
              </a:rPr>
              <a:t>Scanner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s, </a:t>
            </a:r>
            <a:r>
              <a:rPr sz="1500" b="0" i="0" u="none" dirty="0">
                <a:solidFill>
                  <a:srgbClr val="38BDF8"/>
                </a:solidFill>
                <a:latin typeface="IBM Plex Mono"/>
              </a:rPr>
              <a:t>Candidate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a, </a:t>
            </a:r>
            <a:r>
              <a:rPr sz="1500" b="0" i="0" u="none" dirty="0">
                <a:solidFill>
                  <a:srgbClr val="38BDF8"/>
                </a:solidFill>
                <a:latin typeface="IBM Plex Mono"/>
              </a:rPr>
              <a:t>Candidate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b) </a:t>
            </a:r>
            <a:endParaRPr lang="en-IN" sz="1500" b="0" i="0" u="none" dirty="0">
              <a:solidFill>
                <a:srgbClr val="F4F4F5"/>
              </a:solidFill>
              <a:latin typeface="IBM Plex Mono"/>
            </a:endParaRPr>
          </a:p>
          <a:p>
            <a:pPr algn="l"/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{ </a:t>
            </a:r>
            <a:endParaRPr lang="en-IN" sz="1500" b="0" i="0" u="none" dirty="0">
              <a:solidFill>
                <a:srgbClr val="F4F4F5"/>
              </a:solidFill>
              <a:latin typeface="IBM Plex Mono"/>
            </a:endParaRPr>
          </a:p>
          <a:p>
            <a:pPr algn="l"/>
            <a:r>
              <a:rPr sz="1500" b="0" i="0" u="none" dirty="0" err="1">
                <a:solidFill>
                  <a:srgbClr val="F4F4F5"/>
                </a:solidFill>
                <a:latin typeface="IBM Plex Mono"/>
              </a:rPr>
              <a:t>System.out.</a:t>
            </a:r>
            <a:r>
              <a:rPr sz="1500" b="0" i="0" u="none" dirty="0" err="1">
                <a:solidFill>
                  <a:srgbClr val="FACC15"/>
                </a:solidFill>
                <a:latin typeface="IBM Plex Mono"/>
              </a:rPr>
              <a:t>print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(</a:t>
            </a:r>
            <a:r>
              <a:rPr sz="1500" b="0" i="0" u="none" dirty="0">
                <a:solidFill>
                  <a:srgbClr val="A3E635"/>
                </a:solidFill>
                <a:latin typeface="IBM Plex Mono"/>
              </a:rPr>
              <a:t>"Vote 1 for "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+ a.name + </a:t>
            </a:r>
            <a:r>
              <a:rPr sz="1500" b="0" i="0" u="none" dirty="0">
                <a:solidFill>
                  <a:srgbClr val="A3E635"/>
                </a:solidFill>
                <a:latin typeface="IBM Plex Mono"/>
              </a:rPr>
              <a:t>"Vote 2 for "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+ b.name + </a:t>
            </a:r>
            <a:r>
              <a:rPr sz="1500" b="0" i="0" u="none" dirty="0">
                <a:solidFill>
                  <a:srgbClr val="A3E635"/>
                </a:solidFill>
                <a:latin typeface="IBM Plex Mono"/>
              </a:rPr>
              <a:t>":\n "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); </a:t>
            </a:r>
            <a:r>
              <a:rPr sz="1500" b="1" i="0" u="none" dirty="0">
                <a:solidFill>
                  <a:srgbClr val="FB923C"/>
                </a:solidFill>
                <a:latin typeface="IBM Plex Mono"/>
              </a:rPr>
              <a:t>switch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(</a:t>
            </a:r>
            <a:r>
              <a:rPr sz="1500" b="0" i="0" u="none" dirty="0" err="1">
                <a:solidFill>
                  <a:srgbClr val="F4F4F5"/>
                </a:solidFill>
                <a:latin typeface="IBM Plex Mono"/>
              </a:rPr>
              <a:t>s.</a:t>
            </a:r>
            <a:r>
              <a:rPr sz="1500" b="0" i="0" u="none" dirty="0" err="1">
                <a:solidFill>
                  <a:srgbClr val="FACC15"/>
                </a:solidFill>
                <a:latin typeface="IBM Plex Mono"/>
              </a:rPr>
              <a:t>nextInt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()) {</a:t>
            </a:r>
            <a:endParaRPr lang="en-IN" sz="1500" b="0" i="0" u="none" dirty="0">
              <a:solidFill>
                <a:srgbClr val="F4F4F5"/>
              </a:solidFill>
              <a:latin typeface="IBM Plex Mono"/>
            </a:endParaRPr>
          </a:p>
          <a:p>
            <a:pPr algn="l"/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</a:t>
            </a:r>
            <a:r>
              <a:rPr sz="1500" b="1" i="0" u="none" dirty="0">
                <a:solidFill>
                  <a:srgbClr val="FB923C"/>
                </a:solidFill>
                <a:latin typeface="IBM Plex Mono"/>
              </a:rPr>
              <a:t>case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</a:t>
            </a:r>
            <a:r>
              <a:rPr sz="1500" b="0" i="0" u="none" dirty="0">
                <a:solidFill>
                  <a:srgbClr val="A3E635"/>
                </a:solidFill>
                <a:latin typeface="IBM Plex Mono"/>
              </a:rPr>
              <a:t>1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: </a:t>
            </a:r>
            <a:r>
              <a:rPr sz="1500" b="0" i="0" u="none" dirty="0" err="1">
                <a:solidFill>
                  <a:srgbClr val="F4F4F5"/>
                </a:solidFill>
                <a:latin typeface="IBM Plex Mono"/>
              </a:rPr>
              <a:t>a.votes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++; </a:t>
            </a:r>
            <a:r>
              <a:rPr sz="1500" b="1" i="0" u="none" dirty="0">
                <a:solidFill>
                  <a:srgbClr val="FB923C"/>
                </a:solidFill>
                <a:latin typeface="IBM Plex Mono"/>
              </a:rPr>
              <a:t>break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; </a:t>
            </a:r>
            <a:r>
              <a:rPr sz="1500" b="1" i="0" u="none" dirty="0">
                <a:solidFill>
                  <a:srgbClr val="FB923C"/>
                </a:solidFill>
                <a:latin typeface="IBM Plex Mono"/>
              </a:rPr>
              <a:t>case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</a:t>
            </a:r>
            <a:r>
              <a:rPr sz="1500" b="0" i="0" u="none" dirty="0">
                <a:solidFill>
                  <a:srgbClr val="A3E635"/>
                </a:solidFill>
                <a:latin typeface="IBM Plex Mono"/>
              </a:rPr>
              <a:t>2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: </a:t>
            </a:r>
            <a:r>
              <a:rPr sz="1500" b="0" i="0" u="none" dirty="0" err="1">
                <a:solidFill>
                  <a:srgbClr val="F4F4F5"/>
                </a:solidFill>
                <a:latin typeface="IBM Plex Mono"/>
              </a:rPr>
              <a:t>b.votes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++; </a:t>
            </a:r>
            <a:r>
              <a:rPr sz="1500" b="1" i="0" u="none" dirty="0">
                <a:solidFill>
                  <a:srgbClr val="FB923C"/>
                </a:solidFill>
                <a:latin typeface="IBM Plex Mono"/>
              </a:rPr>
              <a:t>break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; </a:t>
            </a:r>
            <a:r>
              <a:rPr sz="1500" b="1" i="0" u="none" dirty="0">
                <a:solidFill>
                  <a:srgbClr val="FB923C"/>
                </a:solidFill>
                <a:latin typeface="IBM Plex Mono"/>
              </a:rPr>
              <a:t>default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: </a:t>
            </a:r>
            <a:r>
              <a:rPr lang="en-IN" sz="1500" b="0" i="0" u="none" dirty="0">
                <a:solidFill>
                  <a:srgbClr val="F4F4F5"/>
                </a:solidFill>
                <a:latin typeface="IBM Plex Mono"/>
              </a:rPr>
              <a:t>  </a:t>
            </a:r>
            <a:r>
              <a:rPr sz="1500" b="0" i="0" u="none" dirty="0" err="1">
                <a:solidFill>
                  <a:srgbClr val="F4F4F5"/>
                </a:solidFill>
                <a:latin typeface="IBM Plex Mono"/>
              </a:rPr>
              <a:t>System.out.</a:t>
            </a:r>
            <a:r>
              <a:rPr sz="1500" b="0" i="0" u="none" dirty="0" err="1">
                <a:solidFill>
                  <a:srgbClr val="FACC15"/>
                </a:solidFill>
                <a:latin typeface="IBM Plex Mono"/>
              </a:rPr>
              <a:t>println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(</a:t>
            </a:r>
            <a:r>
              <a:rPr sz="1500" b="0" i="0" u="none" dirty="0">
                <a:solidFill>
                  <a:srgbClr val="A3E635"/>
                </a:solidFill>
                <a:latin typeface="IBM Plex Mono"/>
              </a:rPr>
              <a:t>"Invalid."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); </a:t>
            </a:r>
            <a:endParaRPr lang="en-IN" sz="1500" b="0" i="0" u="none" dirty="0">
              <a:solidFill>
                <a:srgbClr val="F4F4F5"/>
              </a:solidFill>
              <a:latin typeface="IBM Plex Mono"/>
            </a:endParaRPr>
          </a:p>
          <a:p>
            <a:pPr algn="l"/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} </a:t>
            </a:r>
            <a:endParaRPr lang="en-IN" sz="1500" b="0" i="0" u="none" dirty="0">
              <a:solidFill>
                <a:srgbClr val="F4F4F5"/>
              </a:solidFill>
              <a:latin typeface="IBM Plex Mono"/>
            </a:endParaRPr>
          </a:p>
          <a:p>
            <a:pPr algn="l"/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1552575"/>
            <a:ext cx="362545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C2410C"/>
                </a:solidFill>
                <a:latin typeface="Space Grotesk"/>
              </a:rPr>
              <a:t>Case 1 Branch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1809750"/>
            <a:ext cx="28575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8181B"/>
                </a:solidFill>
                <a:latin typeface="Space Grotesk"/>
              </a:rPr>
              <a:t>Increments Candidate SRB vote count.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4875" y="1552575"/>
            <a:ext cx="362545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C2410C"/>
                </a:solidFill>
                <a:latin typeface="Space Grotesk"/>
              </a:rPr>
              <a:t>Case 2 Branch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4875" y="1809750"/>
            <a:ext cx="28575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8181B"/>
                </a:solidFill>
                <a:latin typeface="Space Grotesk"/>
              </a:rPr>
              <a:t>Increments Candidate CNI vote count.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82025" y="1552575"/>
            <a:ext cx="36099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C2410C"/>
                </a:solidFill>
                <a:latin typeface="Space Grotesk"/>
              </a:rPr>
              <a:t>Default Fallback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82025" y="1809750"/>
            <a:ext cx="28575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8181B"/>
                </a:solidFill>
                <a:latin typeface="Space Grotesk"/>
              </a:rPr>
              <a:t>Rejects invalid numeric selections.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14625"/>
            <a:ext cx="6309419" cy="2343150"/>
          </a:xfrm>
          <a:prstGeom prst="roundRect">
            <a:avLst>
              <a:gd name="adj" fmla="val 3252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2410C"/>
                </a:solidFill>
                <a:latin typeface="IBM Plex Mono"/>
              </a:rPr>
              <a:t>MODULE 3 — DECOMPOSITION WITH METHODS &amp;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8181B"/>
                </a:solidFill>
                <a:latin typeface="Space Grotesk"/>
              </a:rPr>
              <a:t>CO 3 Topics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9425"/>
            <a:ext cx="5795069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A1A1AA"/>
                </a:solidFill>
                <a:latin typeface="IBM Plex Mono"/>
              </a:rPr>
              <a:t>// MODULE 3: Arrays &amp; Methods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</a:t>
            </a:r>
            <a:endParaRPr lang="en-IN" sz="1500" b="0" i="0" u="none" dirty="0">
              <a:solidFill>
                <a:srgbClr val="F4F4F5"/>
              </a:solidFill>
              <a:latin typeface="IBM Plex Mono"/>
            </a:endParaRPr>
          </a:p>
          <a:p>
            <a:pPr algn="l"/>
            <a:r>
              <a:rPr sz="1500" b="1" i="0" u="none" dirty="0">
                <a:solidFill>
                  <a:srgbClr val="FB923C"/>
                </a:solidFill>
                <a:latin typeface="IBM Plex Mono"/>
              </a:rPr>
              <a:t>static int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</a:t>
            </a:r>
            <a:r>
              <a:rPr sz="1500" b="0" i="0" u="none" dirty="0">
                <a:solidFill>
                  <a:srgbClr val="FACC15"/>
                </a:solidFill>
                <a:latin typeface="IBM Plex Mono"/>
              </a:rPr>
              <a:t>mod3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(</a:t>
            </a:r>
            <a:r>
              <a:rPr sz="1500" b="1" i="0" u="none" dirty="0">
                <a:solidFill>
                  <a:srgbClr val="FB923C"/>
                </a:solidFill>
                <a:latin typeface="IBM Plex Mono"/>
              </a:rPr>
              <a:t>int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[] </a:t>
            </a:r>
            <a:r>
              <a:rPr sz="1500" b="0" i="0" u="none" dirty="0" err="1">
                <a:solidFill>
                  <a:srgbClr val="F4F4F5"/>
                </a:solidFill>
                <a:latin typeface="IBM Plex Mono"/>
              </a:rPr>
              <a:t>arr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) {</a:t>
            </a:r>
            <a:endParaRPr lang="en-IN" sz="1500" b="0" i="0" u="none" dirty="0">
              <a:solidFill>
                <a:srgbClr val="F4F4F5"/>
              </a:solidFill>
              <a:latin typeface="IBM Plex Mono"/>
            </a:endParaRPr>
          </a:p>
          <a:p>
            <a:pPr algn="l"/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</a:t>
            </a:r>
            <a:r>
              <a:rPr sz="1500" b="1" i="0" u="none" dirty="0">
                <a:solidFill>
                  <a:srgbClr val="FB923C"/>
                </a:solidFill>
                <a:latin typeface="IBM Plex Mono"/>
              </a:rPr>
              <a:t>int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sum = </a:t>
            </a:r>
            <a:r>
              <a:rPr sz="1500" b="0" i="0" u="none" dirty="0">
                <a:solidFill>
                  <a:srgbClr val="A3E635"/>
                </a:solidFill>
                <a:latin typeface="IBM Plex Mono"/>
              </a:rPr>
              <a:t>0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; </a:t>
            </a:r>
            <a:r>
              <a:rPr sz="1500" b="1" i="0" u="none" dirty="0">
                <a:solidFill>
                  <a:srgbClr val="FB923C"/>
                </a:solidFill>
                <a:latin typeface="IBM Plex Mono"/>
              </a:rPr>
              <a:t>for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(</a:t>
            </a:r>
            <a:r>
              <a:rPr sz="1500" b="1" i="0" u="none" dirty="0">
                <a:solidFill>
                  <a:srgbClr val="FB923C"/>
                </a:solidFill>
                <a:latin typeface="IBM Plex Mono"/>
              </a:rPr>
              <a:t>int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v : </a:t>
            </a:r>
            <a:r>
              <a:rPr sz="1500" b="0" i="0" u="none" dirty="0" err="1">
                <a:solidFill>
                  <a:srgbClr val="F4F4F5"/>
                </a:solidFill>
                <a:latin typeface="IBM Plex Mono"/>
              </a:rPr>
              <a:t>arr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) sum += v; </a:t>
            </a:r>
            <a:r>
              <a:rPr sz="1500" b="1" i="0" u="none" dirty="0">
                <a:solidFill>
                  <a:srgbClr val="FB923C"/>
                </a:solidFill>
                <a:latin typeface="IBM Plex Mono"/>
              </a:rPr>
              <a:t>return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sum;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219" y="2862262"/>
            <a:ext cx="4815780" cy="781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800" b="1" i="0" u="none">
                <a:solidFill>
                  <a:srgbClr val="C2410C"/>
                </a:solidFill>
                <a:latin typeface="Space Grotesk"/>
              </a:rPr>
              <a:t>1D Array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6219" y="3719512"/>
            <a:ext cx="481578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8181B"/>
                </a:solidFill>
                <a:latin typeface="Space Grotesk"/>
              </a:rPr>
              <a:t>Modular Vote Summation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76219" y="4167187"/>
            <a:ext cx="430143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52525B"/>
                </a:solidFill>
                <a:latin typeface="Space Grotesk"/>
              </a:rPr>
              <a:t>Passes candidate vote totals inside a 1D integer array to mod3(), traversing elements with an enhanced for-each loop.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71600"/>
            <a:ext cx="3505200" cy="123825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1371600"/>
            <a:ext cx="3505200" cy="123825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1371600"/>
            <a:ext cx="3505200" cy="123825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643312"/>
            <a:ext cx="10972800" cy="1990725"/>
          </a:xfrm>
          <a:prstGeom prst="roundRect">
            <a:avLst>
              <a:gd name="adj" fmla="val 3827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2410C"/>
                </a:solidFill>
                <a:latin typeface="IBM Plex Mono"/>
              </a:rPr>
              <a:t>MODULE 4 — OBJECT-ORIENTED MODELLING &amp;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8181B"/>
                </a:solidFill>
                <a:latin typeface="Space Grotesk"/>
              </a:rPr>
              <a:t>CO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48112"/>
            <a:ext cx="1045845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A1A1AA"/>
                </a:solidFill>
                <a:latin typeface="IBM Plex Mono"/>
              </a:rPr>
              <a:t>// MODULE 4: OOP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</a:t>
            </a:r>
            <a:endParaRPr lang="en-IN" sz="1500" b="0" i="0" u="none" dirty="0">
              <a:solidFill>
                <a:srgbClr val="F4F4F5"/>
              </a:solidFill>
              <a:latin typeface="IBM Plex Mono"/>
            </a:endParaRPr>
          </a:p>
          <a:p>
            <a:pPr algn="l"/>
            <a:r>
              <a:rPr sz="1500" b="1" i="0" u="none" dirty="0">
                <a:solidFill>
                  <a:srgbClr val="FB923C"/>
                </a:solidFill>
                <a:latin typeface="IBM Plex Mono"/>
              </a:rPr>
              <a:t>class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</a:t>
            </a:r>
            <a:r>
              <a:rPr sz="1500" b="0" i="0" u="none" dirty="0">
                <a:solidFill>
                  <a:srgbClr val="38BDF8"/>
                </a:solidFill>
                <a:latin typeface="IBM Plex Mono"/>
              </a:rPr>
              <a:t>Candidate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{ </a:t>
            </a:r>
            <a:r>
              <a:rPr sz="1500" b="0" i="0" u="none" dirty="0">
                <a:solidFill>
                  <a:srgbClr val="38BDF8"/>
                </a:solidFill>
                <a:latin typeface="IBM Plex Mono"/>
              </a:rPr>
              <a:t>String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name; </a:t>
            </a:r>
            <a:r>
              <a:rPr sz="1500" b="1" i="0" u="none" dirty="0">
                <a:solidFill>
                  <a:srgbClr val="FB923C"/>
                </a:solidFill>
                <a:latin typeface="IBM Plex Mono"/>
              </a:rPr>
              <a:t>int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votes = </a:t>
            </a:r>
            <a:r>
              <a:rPr sz="1500" b="0" i="0" u="none" dirty="0">
                <a:solidFill>
                  <a:srgbClr val="A3E635"/>
                </a:solidFill>
                <a:latin typeface="IBM Plex Mono"/>
              </a:rPr>
              <a:t>0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; </a:t>
            </a:r>
            <a:r>
              <a:rPr sz="1500" b="0" i="0" u="none" dirty="0">
                <a:solidFill>
                  <a:srgbClr val="FACC15"/>
                </a:solidFill>
                <a:latin typeface="IBM Plex Mono"/>
              </a:rPr>
              <a:t>Candidate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(</a:t>
            </a:r>
            <a:r>
              <a:rPr sz="1500" b="0" i="0" u="none" dirty="0">
                <a:solidFill>
                  <a:srgbClr val="38BDF8"/>
                </a:solidFill>
                <a:latin typeface="IBM Plex Mono"/>
              </a:rPr>
              <a:t>String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n) { name = n; }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1609725"/>
            <a:ext cx="397549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8181B"/>
                </a:solidFill>
                <a:latin typeface="Space Grotesk"/>
              </a:rPr>
              <a:t>Class Blueprint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1933575"/>
            <a:ext cx="31242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B"/>
                </a:solidFill>
                <a:latin typeface="Space Grotesk"/>
              </a:rPr>
              <a:t>Encapsulates candidate state variables.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1609725"/>
            <a:ext cx="397549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8181B"/>
                </a:solidFill>
                <a:latin typeface="Space Grotesk"/>
              </a:rPr>
              <a:t>Parameterized Constructor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1933575"/>
            <a:ext cx="31242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B"/>
                </a:solidFill>
                <a:latin typeface="Space Grotesk"/>
              </a:rPr>
              <a:t>Initializes distinct candidate instances.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5325" y="1609725"/>
            <a:ext cx="387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8181B"/>
                </a:solidFill>
                <a:latin typeface="Space Grotesk"/>
              </a:rPr>
              <a:t>Instance Isolation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5325" y="1933575"/>
            <a:ext cx="31242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B"/>
                </a:solidFill>
                <a:latin typeface="Space Grotesk"/>
              </a:rPr>
              <a:t>Tracks SRB and CNI counters independently.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272980" y="2762250"/>
            <a:ext cx="6309419" cy="2247900"/>
          </a:xfrm>
          <a:prstGeom prst="roundRect">
            <a:avLst>
              <a:gd name="adj" fmla="val 3389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2410C"/>
                </a:solidFill>
                <a:latin typeface="IBM Plex Mono"/>
              </a:rPr>
              <a:t>MODULE 5 — STRINGS &amp; FILE I/O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8181B"/>
                </a:solidFill>
                <a:latin typeface="Space Grotesk"/>
              </a:rPr>
              <a:t>CO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767012"/>
            <a:ext cx="5520611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8181B"/>
                </a:solidFill>
                <a:latin typeface="Space Grotesk"/>
              </a:rPr>
              <a:t>Persistent Election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780" y="3067050"/>
            <a:ext cx="5795069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A1A1AA"/>
                </a:solidFill>
                <a:latin typeface="IBM Plex Mono"/>
              </a:rPr>
              <a:t>// MODULE 5: File I/O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</a:t>
            </a:r>
            <a:endParaRPr lang="en-IN" sz="1500" b="0" i="0" u="none" dirty="0">
              <a:solidFill>
                <a:srgbClr val="F4F4F5"/>
              </a:solidFill>
              <a:latin typeface="IBM Plex Mono"/>
            </a:endParaRPr>
          </a:p>
          <a:p>
            <a:pPr algn="l"/>
            <a:r>
              <a:rPr sz="1500" b="1" i="0" u="none" dirty="0">
                <a:solidFill>
                  <a:srgbClr val="FB923C"/>
                </a:solidFill>
                <a:latin typeface="IBM Plex Mono"/>
              </a:rPr>
              <a:t>static void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</a:t>
            </a:r>
            <a:r>
              <a:rPr sz="1500" b="0" i="0" u="none" dirty="0">
                <a:solidFill>
                  <a:srgbClr val="FACC15"/>
                </a:solidFill>
                <a:latin typeface="IBM Plex Mono"/>
              </a:rPr>
              <a:t>mod5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(</a:t>
            </a:r>
            <a:r>
              <a:rPr sz="1500" b="1" i="0" u="none" dirty="0">
                <a:solidFill>
                  <a:srgbClr val="FB923C"/>
                </a:solidFill>
                <a:latin typeface="IBM Plex Mono"/>
              </a:rPr>
              <a:t>int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total) </a:t>
            </a:r>
            <a:r>
              <a:rPr sz="1500" b="1" i="0" u="none" dirty="0">
                <a:solidFill>
                  <a:srgbClr val="FB923C"/>
                </a:solidFill>
                <a:latin typeface="IBM Plex Mono"/>
              </a:rPr>
              <a:t>throws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</a:t>
            </a:r>
            <a:r>
              <a:rPr sz="1500" b="0" i="0" u="none" dirty="0">
                <a:solidFill>
                  <a:srgbClr val="38BDF8"/>
                </a:solidFill>
                <a:latin typeface="IBM Plex Mono"/>
              </a:rPr>
              <a:t>Exception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</a:t>
            </a:r>
            <a:endParaRPr lang="en-IN" sz="1500" b="0" i="0" u="none" dirty="0">
              <a:solidFill>
                <a:srgbClr val="F4F4F5"/>
              </a:solidFill>
              <a:latin typeface="IBM Plex Mono"/>
            </a:endParaRPr>
          </a:p>
          <a:p>
            <a:pPr algn="l"/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{ </a:t>
            </a:r>
            <a:endParaRPr lang="en-IN" sz="1500" b="0" i="0" u="none" dirty="0">
              <a:solidFill>
                <a:srgbClr val="F4F4F5"/>
              </a:solidFill>
              <a:latin typeface="IBM Plex Mono"/>
            </a:endParaRPr>
          </a:p>
          <a:p>
            <a:pPr algn="l"/>
            <a:r>
              <a:rPr sz="1500" b="0" i="0" u="none" dirty="0" err="1">
                <a:solidFill>
                  <a:srgbClr val="38BDF8"/>
                </a:solidFill>
                <a:latin typeface="IBM Plex Mono"/>
              </a:rPr>
              <a:t>FileWriter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f = </a:t>
            </a:r>
            <a:r>
              <a:rPr sz="1500" b="1" i="0" u="none" dirty="0">
                <a:solidFill>
                  <a:srgbClr val="FB923C"/>
                </a:solidFill>
                <a:latin typeface="IBM Plex Mono"/>
              </a:rPr>
              <a:t>new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</a:t>
            </a:r>
            <a:r>
              <a:rPr sz="1500" b="0" i="0" u="none" dirty="0" err="1">
                <a:solidFill>
                  <a:srgbClr val="38BDF8"/>
                </a:solidFill>
                <a:latin typeface="IBM Plex Mono"/>
              </a:rPr>
              <a:t>FileWriter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(</a:t>
            </a:r>
            <a:r>
              <a:rPr sz="1500" b="0" i="0" u="none" dirty="0">
                <a:solidFill>
                  <a:srgbClr val="A3E635"/>
                </a:solidFill>
                <a:latin typeface="IBM Plex Mono"/>
              </a:rPr>
              <a:t>"Report.txt"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); </a:t>
            </a:r>
            <a:r>
              <a:rPr sz="1500" b="0" i="0" u="none" dirty="0" err="1">
                <a:solidFill>
                  <a:srgbClr val="F4F4F5"/>
                </a:solidFill>
                <a:latin typeface="IBM Plex Mono"/>
              </a:rPr>
              <a:t>f.</a:t>
            </a:r>
            <a:r>
              <a:rPr sz="1500" b="0" i="0" u="none" dirty="0" err="1">
                <a:solidFill>
                  <a:srgbClr val="FACC15"/>
                </a:solidFill>
                <a:latin typeface="IBM Plex Mono"/>
              </a:rPr>
              <a:t>write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(</a:t>
            </a:r>
            <a:r>
              <a:rPr sz="1500" b="0" i="0" u="none" dirty="0">
                <a:solidFill>
                  <a:srgbClr val="A3E635"/>
                </a:solidFill>
                <a:latin typeface="IBM Plex Mono"/>
              </a:rPr>
              <a:t>"Total Votes Cast: "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+ total); </a:t>
            </a:r>
            <a:r>
              <a:rPr sz="1500" b="0" i="0" u="none" dirty="0" err="1">
                <a:solidFill>
                  <a:srgbClr val="F4F4F5"/>
                </a:solidFill>
                <a:latin typeface="IBM Plex Mono"/>
              </a:rPr>
              <a:t>f.</a:t>
            </a:r>
            <a:r>
              <a:rPr sz="1500" b="0" i="0" u="none" dirty="0" err="1">
                <a:solidFill>
                  <a:srgbClr val="FACC15"/>
                </a:solidFill>
                <a:latin typeface="IBM Plex Mono"/>
              </a:rPr>
              <a:t>close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();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214687"/>
            <a:ext cx="430143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2525B"/>
                </a:solidFill>
                <a:latin typeface="Space Grotesk"/>
              </a:rPr>
              <a:t>File Stream:</a:t>
            </a:r>
            <a:r>
              <a:rPr sz="1500" b="0" i="0" u="none">
                <a:solidFill>
                  <a:srgbClr val="52525B"/>
                </a:solidFill>
                <a:latin typeface="Space Grotesk"/>
              </a:rPr>
              <a:t> Instantiates FileWriter targeting Report.txt.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862387"/>
            <a:ext cx="430143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2525B"/>
                </a:solidFill>
                <a:latin typeface="Space Grotesk"/>
              </a:rPr>
              <a:t>String Concatenation:</a:t>
            </a:r>
            <a:r>
              <a:rPr sz="1500" b="0" i="0" u="none">
                <a:solidFill>
                  <a:srgbClr val="52525B"/>
                </a:solidFill>
                <a:latin typeface="Space Grotesk"/>
              </a:rPr>
              <a:t> Formats total votes cast into output 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510087"/>
            <a:ext cx="430143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2525B"/>
                </a:solidFill>
                <a:latin typeface="Space Grotesk"/>
              </a:rPr>
              <a:t>Exception Clauses:</a:t>
            </a:r>
            <a:r>
              <a:rPr sz="1500" b="0" i="0" u="none">
                <a:solidFill>
                  <a:srgbClr val="52525B"/>
                </a:solidFill>
                <a:latin typeface="Space Grotesk"/>
              </a:rPr>
              <a:t> Propagates checked I/O exceptions via throws Exception.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024312"/>
            <a:ext cx="10972800" cy="2200275"/>
          </a:xfrm>
          <a:prstGeom prst="roundRect">
            <a:avLst>
              <a:gd name="adj" fmla="val 3463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2095500"/>
            <a:ext cx="2124521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34121" y="2095500"/>
            <a:ext cx="4812506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546627" y="2095500"/>
            <a:ext cx="4035772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657475"/>
            <a:ext cx="2124521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34121" y="2657475"/>
            <a:ext cx="4812506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546627" y="2657475"/>
            <a:ext cx="4035772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3219450"/>
            <a:ext cx="2124521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34121" y="3219450"/>
            <a:ext cx="4812506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46627" y="3219450"/>
            <a:ext cx="4035772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600" y="3781425"/>
            <a:ext cx="2124521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34121" y="3781425"/>
            <a:ext cx="4812506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46627" y="3781425"/>
            <a:ext cx="4035772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09600" y="1547812"/>
          <a:ext cx="10972799" cy="2247900"/>
        </p:xfrm>
        <a:graphic>
          <a:graphicData uri="http://schemas.openxmlformats.org/drawingml/2006/table">
            <a:tbl>
              <a:tblPr/>
              <a:tblGrid>
                <a:gridCol w="21245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2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57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2410C"/>
                          </a:solidFill>
                          <a:latin typeface="Space Grotesk"/>
                        </a:rPr>
                        <a:t>API Component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2410C"/>
                          </a:solidFill>
                          <a:latin typeface="Space Grotesk"/>
                        </a:rPr>
                        <a:t>Syntax Used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2410C"/>
                          </a:solidFill>
                          <a:latin typeface="Space Grotesk"/>
                        </a:rPr>
                        <a:t>Functional Role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8181B"/>
                          </a:solidFill>
                          <a:latin typeface="Space Grotesk"/>
                        </a:rPr>
                        <a:t>Map Collection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8181B"/>
                          </a:solidFill>
                          <a:latin typeface="Space Grotesk"/>
                        </a:rPr>
                        <a:t>Map.of(a.name, a.votes, ...)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8181B"/>
                          </a:solidFill>
                          <a:latin typeface="Space Grotesk"/>
                        </a:rPr>
                        <a:t>Stores candidate key-value pairs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8181B"/>
                          </a:solidFill>
                          <a:latin typeface="Space Grotesk"/>
                        </a:rPr>
                        <a:t>Stream Pipeline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8181B"/>
                          </a:solidFill>
                          <a:latin typeface="Space Grotesk"/>
                        </a:rPr>
                        <a:t>.entrySet().stream()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8181B"/>
                          </a:solidFill>
                          <a:latin typeface="Space Grotesk"/>
                        </a:rPr>
                        <a:t>Converts map entries into data stream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8181B"/>
                          </a:solidFill>
                          <a:latin typeface="Space Grotesk"/>
                        </a:rPr>
                        <a:t>Lambda Consumer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8181B"/>
                          </a:solidFill>
                          <a:latin typeface="Space Grotesk"/>
                        </a:rPr>
                        <a:t>.forEach(e -&gt; System.out.println(...))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8181B"/>
                          </a:solidFill>
                          <a:latin typeface="Space Grotesk"/>
                        </a:rPr>
                        <a:t>Prints formatted candidate results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2410C"/>
                </a:solidFill>
                <a:latin typeface="IBM Plex Mono"/>
              </a:rPr>
              <a:t>MODULE 6 — FUNCTIONAL PROGRAMMING WITH COLLECTIONS &amp; STREAMS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8181B"/>
                </a:solidFill>
                <a:latin typeface="Space Grotesk"/>
              </a:rPr>
              <a:t>CO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29112"/>
            <a:ext cx="10458450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A1A1AA"/>
                </a:solidFill>
                <a:latin typeface="IBM Plex Mono"/>
              </a:rPr>
              <a:t>// MODULE 6: Collections &amp; Streams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</a:t>
            </a:r>
            <a:endParaRPr lang="en-IN" sz="1500" b="0" i="0" u="none" dirty="0">
              <a:solidFill>
                <a:srgbClr val="F4F4F5"/>
              </a:solidFill>
              <a:latin typeface="IBM Plex Mono"/>
            </a:endParaRPr>
          </a:p>
          <a:p>
            <a:pPr algn="l"/>
            <a:r>
              <a:rPr sz="1500" b="1" i="0" u="none" dirty="0">
                <a:solidFill>
                  <a:srgbClr val="FB923C"/>
                </a:solidFill>
                <a:latin typeface="IBM Plex Mono"/>
              </a:rPr>
              <a:t>static void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</a:t>
            </a:r>
            <a:r>
              <a:rPr sz="1500" b="0" i="0" u="none" dirty="0">
                <a:solidFill>
                  <a:srgbClr val="FACC15"/>
                </a:solidFill>
                <a:latin typeface="IBM Plex Mono"/>
              </a:rPr>
              <a:t>mod6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(</a:t>
            </a:r>
            <a:r>
              <a:rPr sz="1500" b="0" i="0" u="none" dirty="0">
                <a:solidFill>
                  <a:srgbClr val="38BDF8"/>
                </a:solidFill>
                <a:latin typeface="IBM Plex Mono"/>
              </a:rPr>
              <a:t>Candidate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a, </a:t>
            </a:r>
            <a:r>
              <a:rPr sz="1500" b="0" i="0" u="none" dirty="0">
                <a:solidFill>
                  <a:srgbClr val="38BDF8"/>
                </a:solidFill>
                <a:latin typeface="IBM Plex Mono"/>
              </a:rPr>
              <a:t>Candidate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b) { </a:t>
            </a:r>
            <a:endParaRPr lang="en-IN" sz="1500" b="0" i="0" u="none" dirty="0">
              <a:solidFill>
                <a:srgbClr val="F4F4F5"/>
              </a:solidFill>
              <a:latin typeface="IBM Plex Mono"/>
            </a:endParaRPr>
          </a:p>
          <a:p>
            <a:pPr algn="l"/>
            <a:r>
              <a:rPr sz="1500" b="0" i="0" u="none" dirty="0" err="1">
                <a:solidFill>
                  <a:srgbClr val="F4F4F5"/>
                </a:solidFill>
                <a:latin typeface="IBM Plex Mono"/>
              </a:rPr>
              <a:t>System.out.</a:t>
            </a:r>
            <a:r>
              <a:rPr sz="1500" b="0" i="0" u="none" dirty="0" err="1">
                <a:solidFill>
                  <a:srgbClr val="FACC15"/>
                </a:solidFill>
                <a:latin typeface="IBM Plex Mono"/>
              </a:rPr>
              <a:t>println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(</a:t>
            </a:r>
            <a:r>
              <a:rPr sz="1500" b="0" i="0" u="none" dirty="0">
                <a:solidFill>
                  <a:srgbClr val="A3E635"/>
                </a:solidFill>
                <a:latin typeface="IBM Plex Mono"/>
              </a:rPr>
              <a:t>"\n--- Final Results ---"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); </a:t>
            </a:r>
            <a:r>
              <a:rPr sz="1500" b="0" i="0" u="none" dirty="0" err="1">
                <a:solidFill>
                  <a:srgbClr val="F4F4F5"/>
                </a:solidFill>
                <a:latin typeface="IBM Plex Mono"/>
              </a:rPr>
              <a:t>Map.</a:t>
            </a:r>
            <a:r>
              <a:rPr sz="1500" b="0" i="0" u="none" dirty="0" err="1">
                <a:solidFill>
                  <a:srgbClr val="FACC15"/>
                </a:solidFill>
                <a:latin typeface="IBM Plex Mono"/>
              </a:rPr>
              <a:t>of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(a.name, </a:t>
            </a:r>
            <a:r>
              <a:rPr sz="1500" b="0" i="0" u="none" dirty="0" err="1">
                <a:solidFill>
                  <a:srgbClr val="F4F4F5"/>
                </a:solidFill>
                <a:latin typeface="IBM Plex Mono"/>
              </a:rPr>
              <a:t>a.votes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, b.name, </a:t>
            </a:r>
            <a:r>
              <a:rPr sz="1500" b="0" i="0" u="none" dirty="0" err="1">
                <a:solidFill>
                  <a:srgbClr val="F4F4F5"/>
                </a:solidFill>
                <a:latin typeface="IBM Plex Mono"/>
              </a:rPr>
              <a:t>b.votes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).</a:t>
            </a:r>
            <a:r>
              <a:rPr sz="1500" b="0" i="0" u="none" dirty="0" err="1">
                <a:solidFill>
                  <a:srgbClr val="FACC15"/>
                </a:solidFill>
                <a:latin typeface="IBM Plex Mono"/>
              </a:rPr>
              <a:t>entrySet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().</a:t>
            </a:r>
            <a:r>
              <a:rPr sz="1500" b="0" i="0" u="none" dirty="0">
                <a:solidFill>
                  <a:srgbClr val="FACC15"/>
                </a:solidFill>
                <a:latin typeface="IBM Plex Mono"/>
              </a:rPr>
              <a:t>stream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() .</a:t>
            </a:r>
            <a:r>
              <a:rPr sz="1500" b="0" i="0" u="none" dirty="0" err="1">
                <a:solidFill>
                  <a:srgbClr val="FACC15"/>
                </a:solidFill>
                <a:latin typeface="IBM Plex Mono"/>
              </a:rPr>
              <a:t>forEach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(e -&gt; </a:t>
            </a:r>
            <a:r>
              <a:rPr sz="1500" b="0" i="0" u="none" dirty="0" err="1">
                <a:solidFill>
                  <a:srgbClr val="F4F4F5"/>
                </a:solidFill>
                <a:latin typeface="IBM Plex Mono"/>
              </a:rPr>
              <a:t>System.out.</a:t>
            </a:r>
            <a:r>
              <a:rPr sz="1500" b="0" i="0" u="none" dirty="0" err="1">
                <a:solidFill>
                  <a:srgbClr val="FACC15"/>
                </a:solidFill>
                <a:latin typeface="IBM Plex Mono"/>
              </a:rPr>
              <a:t>println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(</a:t>
            </a:r>
            <a:r>
              <a:rPr sz="1500" b="0" i="0" u="none" dirty="0" err="1">
                <a:solidFill>
                  <a:srgbClr val="F4F4F5"/>
                </a:solidFill>
                <a:latin typeface="IBM Plex Mono"/>
              </a:rPr>
              <a:t>e.</a:t>
            </a:r>
            <a:r>
              <a:rPr sz="1500" b="0" i="0" u="none" dirty="0" err="1">
                <a:solidFill>
                  <a:srgbClr val="FACC15"/>
                </a:solidFill>
                <a:latin typeface="IBM Plex Mono"/>
              </a:rPr>
              <a:t>getKey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() + </a:t>
            </a:r>
            <a:r>
              <a:rPr sz="1500" b="0" i="0" u="none" dirty="0">
                <a:solidFill>
                  <a:srgbClr val="A3E635"/>
                </a:solidFill>
                <a:latin typeface="IBM Plex Mono"/>
              </a:rPr>
              <a:t>": "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 + </a:t>
            </a:r>
            <a:r>
              <a:rPr sz="1500" b="0" i="0" u="none" dirty="0" err="1">
                <a:solidFill>
                  <a:srgbClr val="F4F4F5"/>
                </a:solidFill>
                <a:latin typeface="IBM Plex Mono"/>
              </a:rPr>
              <a:t>e.</a:t>
            </a:r>
            <a:r>
              <a:rPr sz="1500" b="0" i="0" u="none" dirty="0" err="1">
                <a:solidFill>
                  <a:srgbClr val="FACC15"/>
                </a:solidFill>
                <a:latin typeface="IBM Plex Mono"/>
              </a:rPr>
              <a:t>getValue</a:t>
            </a:r>
            <a:r>
              <a:rPr sz="1500" b="0" i="0" u="none" dirty="0">
                <a:solidFill>
                  <a:srgbClr val="F4F4F5"/>
                </a:solidFill>
                <a:latin typeface="IBM Plex Mono"/>
              </a:rPr>
              <a:t>()));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2410C"/>
                </a:solidFill>
                <a:latin typeface="IBM Plex Mono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8181B"/>
                </a:solidFill>
                <a:latin typeface="Space Grotesk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371600"/>
            <a:ext cx="923925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8181B"/>
                </a:solidFill>
                <a:latin typeface="Space Grotesk"/>
              </a:rPr>
              <a:t>Combining foundational control flow with Object-Oriented Design, Streams, and File I/O delivers a complete, error-resistant campus voting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714750"/>
            <a:ext cx="4113609" cy="876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5400" b="1" i="0" u="none">
                <a:solidFill>
                  <a:srgbClr val="C2410C"/>
                </a:solidFill>
                <a:latin typeface="Space Grotesk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667250"/>
            <a:ext cx="338613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52525B"/>
                </a:solidFill>
                <a:latin typeface="Space Grotesk"/>
              </a:rPr>
              <a:t>Core Java Syllabus Modules Integrated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7687" y="3838575"/>
            <a:ext cx="4113609" cy="876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5400" b="1" i="0" u="none">
                <a:solidFill>
                  <a:srgbClr val="15803D"/>
                </a:solidFill>
                <a:latin typeface="Space Grotesk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57687" y="4791075"/>
            <a:ext cx="411360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52525B"/>
                </a:solidFill>
                <a:latin typeface="Space Grotesk"/>
              </a:rPr>
              <a:t>Automated Vote Tally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5775" y="3838575"/>
            <a:ext cx="4086225" cy="876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5400" b="1" i="0" u="none">
                <a:solidFill>
                  <a:srgbClr val="18181B"/>
                </a:solidFill>
                <a:latin typeface="Space Grotesk"/>
              </a:rPr>
              <a:t>Report.txt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5775" y="4791075"/>
            <a:ext cx="40862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52525B"/>
                </a:solidFill>
                <a:latin typeface="Space Grotesk"/>
              </a:rPr>
              <a:t>Permanent Digital Audit Output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733550"/>
            <a:ext cx="10972800" cy="4305300"/>
          </a:xfrm>
          <a:prstGeom prst="roundRect">
            <a:avLst>
              <a:gd name="adj" fmla="val 1769"/>
            </a:avLst>
          </a:prstGeom>
          <a:solidFill>
            <a:srgbClr val="18181B"/>
          </a:solidFill>
          <a:ln w="19050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2410C"/>
                </a:solidFill>
                <a:latin typeface="IBM Plex Mono"/>
              </a:rPr>
              <a:t>PROGRAM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8181B"/>
                </a:solidFill>
                <a:latin typeface="Space Grotesk"/>
              </a:rPr>
              <a:t>Screen 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38350"/>
            <a:ext cx="10458450" cy="32893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 dirty="0">
                <a:solidFill>
                  <a:srgbClr val="A3E635"/>
                </a:solidFill>
                <a:latin typeface="IBM Plex Mono"/>
              </a:rPr>
              <a:t>How many voters are participating?</a:t>
            </a:r>
            <a:r>
              <a:rPr lang="en-IN" sz="1425" b="0" i="0" u="none" dirty="0">
                <a:solidFill>
                  <a:srgbClr val="A3E635"/>
                </a:solidFill>
                <a:latin typeface="IBM Plex Mono"/>
              </a:rPr>
              <a:t>:</a:t>
            </a:r>
            <a:r>
              <a:rPr sz="1425" b="0" i="0" u="none" dirty="0">
                <a:solidFill>
                  <a:srgbClr val="A3E635"/>
                </a:solidFill>
                <a:latin typeface="IBM Plex Mono"/>
              </a:rPr>
              <a:t>2  </a:t>
            </a:r>
            <a:endParaRPr lang="en-IN" sz="1425" b="0" i="0" u="none" dirty="0">
              <a:solidFill>
                <a:srgbClr val="A3E635"/>
              </a:solidFill>
              <a:latin typeface="IBM Plex Mono"/>
            </a:endParaRPr>
          </a:p>
          <a:p>
            <a:pPr algn="l"/>
            <a:r>
              <a:rPr sz="1425" b="0" i="0" u="none" dirty="0">
                <a:solidFill>
                  <a:srgbClr val="A3E635"/>
                </a:solidFill>
                <a:latin typeface="IBM Plex Mono"/>
              </a:rPr>
              <a:t>Enter ID &amp; Year (1-4): 2620040117 1 </a:t>
            </a:r>
            <a:endParaRPr lang="en-IN" sz="1425" b="0" i="0" u="none" dirty="0">
              <a:solidFill>
                <a:srgbClr val="A3E635"/>
              </a:solidFill>
              <a:latin typeface="IBM Plex Mono"/>
            </a:endParaRPr>
          </a:p>
          <a:p>
            <a:pPr algn="l"/>
            <a:r>
              <a:rPr sz="1425" b="0" i="0" u="none" dirty="0">
                <a:solidFill>
                  <a:srgbClr val="A3E635"/>
                </a:solidFill>
                <a:latin typeface="IBM Plex Mono"/>
              </a:rPr>
              <a:t>Vote 1 for SRB </a:t>
            </a:r>
            <a:endParaRPr lang="en-IN" sz="1425" b="0" i="0" u="none" dirty="0">
              <a:solidFill>
                <a:srgbClr val="A3E635"/>
              </a:solidFill>
              <a:latin typeface="IBM Plex Mono"/>
            </a:endParaRPr>
          </a:p>
          <a:p>
            <a:pPr algn="l"/>
            <a:r>
              <a:rPr sz="1425" b="0" i="0" u="none" dirty="0">
                <a:solidFill>
                  <a:srgbClr val="A3E635"/>
                </a:solidFill>
                <a:latin typeface="IBM Plex Mono"/>
              </a:rPr>
              <a:t>Vote 2 for CNI</a:t>
            </a:r>
            <a:endParaRPr lang="en-IN" sz="1425" b="0" i="0" u="none" dirty="0">
              <a:solidFill>
                <a:srgbClr val="A3E635"/>
              </a:solidFill>
              <a:latin typeface="IBM Plex Mono"/>
            </a:endParaRPr>
          </a:p>
          <a:p>
            <a:pPr algn="l"/>
            <a:r>
              <a:rPr lang="en-IN" sz="1425" b="0" i="0" u="none" dirty="0">
                <a:solidFill>
                  <a:srgbClr val="A3E635"/>
                </a:solidFill>
                <a:latin typeface="IBM Plex Mono"/>
              </a:rPr>
              <a:t>Voted=1</a:t>
            </a:r>
          </a:p>
          <a:p>
            <a:pPr algn="l"/>
            <a:endParaRPr lang="en-IN" sz="1425" b="0" i="0" u="none" dirty="0">
              <a:solidFill>
                <a:srgbClr val="A3E635"/>
              </a:solidFill>
              <a:latin typeface="IBM Plex Mono"/>
            </a:endParaRPr>
          </a:p>
          <a:p>
            <a:pPr algn="l"/>
            <a:r>
              <a:rPr sz="1425" b="0" i="0" u="none" dirty="0">
                <a:solidFill>
                  <a:srgbClr val="A3E635"/>
                </a:solidFill>
                <a:latin typeface="IBM Plex Mono"/>
              </a:rPr>
              <a:t>Voter 2  </a:t>
            </a:r>
            <a:endParaRPr lang="en-IN" sz="1425" b="0" i="0" u="none" dirty="0">
              <a:solidFill>
                <a:srgbClr val="A3E635"/>
              </a:solidFill>
              <a:latin typeface="IBM Plex Mono"/>
            </a:endParaRPr>
          </a:p>
          <a:p>
            <a:pPr algn="l"/>
            <a:r>
              <a:rPr sz="1425" b="0" i="0" u="none" dirty="0">
                <a:solidFill>
                  <a:srgbClr val="A3E635"/>
                </a:solidFill>
                <a:latin typeface="IBM Plex Mono"/>
              </a:rPr>
              <a:t>Enter ID &amp; Year (1-4): 2620080044 4 </a:t>
            </a:r>
            <a:endParaRPr lang="en-IN" sz="1425" b="0" i="0" u="none" dirty="0">
              <a:solidFill>
                <a:srgbClr val="A3E635"/>
              </a:solidFill>
              <a:latin typeface="IBM Plex Mono"/>
            </a:endParaRPr>
          </a:p>
          <a:p>
            <a:pPr algn="l"/>
            <a:r>
              <a:rPr sz="1425" b="0" i="0" u="none" dirty="0">
                <a:solidFill>
                  <a:srgbClr val="A3E635"/>
                </a:solidFill>
                <a:latin typeface="IBM Plex Mono"/>
              </a:rPr>
              <a:t>Vote 1 for SRB</a:t>
            </a:r>
            <a:endParaRPr lang="en-IN" sz="1425" b="0" i="0" u="none" dirty="0">
              <a:solidFill>
                <a:srgbClr val="A3E635"/>
              </a:solidFill>
              <a:latin typeface="IBM Plex Mono"/>
            </a:endParaRPr>
          </a:p>
          <a:p>
            <a:pPr algn="l"/>
            <a:r>
              <a:rPr sz="1425" b="0" i="0" u="none" dirty="0">
                <a:solidFill>
                  <a:srgbClr val="A3E635"/>
                </a:solidFill>
                <a:latin typeface="IBM Plex Mono"/>
              </a:rPr>
              <a:t>Vote 2 for CNI</a:t>
            </a:r>
            <a:endParaRPr lang="en-IN" sz="1425" dirty="0">
              <a:solidFill>
                <a:srgbClr val="A3E635"/>
              </a:solidFill>
              <a:latin typeface="IBM Plex Mono"/>
            </a:endParaRPr>
          </a:p>
          <a:p>
            <a:pPr algn="l"/>
            <a:r>
              <a:rPr lang="en-IN" sz="1425" b="0" i="0" u="none" dirty="0">
                <a:solidFill>
                  <a:srgbClr val="A3E635"/>
                </a:solidFill>
                <a:latin typeface="IBM Plex Mono"/>
              </a:rPr>
              <a:t>Voted=1</a:t>
            </a:r>
            <a:r>
              <a:rPr sz="1425" b="0" i="0" u="none" dirty="0">
                <a:solidFill>
                  <a:srgbClr val="A3E635"/>
                </a:solidFill>
                <a:latin typeface="IBM Plex Mono"/>
              </a:rPr>
              <a:t> </a:t>
            </a:r>
            <a:endParaRPr lang="en-IN" sz="1425" b="0" i="0" u="none">
              <a:solidFill>
                <a:srgbClr val="A3E635"/>
              </a:solidFill>
              <a:latin typeface="IBM Plex Mono"/>
            </a:endParaRPr>
          </a:p>
          <a:p>
            <a:pPr algn="l"/>
            <a:endParaRPr lang="en-IN" sz="1425" b="0" i="0" u="none" dirty="0">
              <a:solidFill>
                <a:srgbClr val="A3E635"/>
              </a:solidFill>
              <a:latin typeface="IBM Plex Mono"/>
            </a:endParaRPr>
          </a:p>
          <a:p>
            <a:pPr algn="l"/>
            <a:r>
              <a:rPr sz="1425" b="0" i="0" u="none" dirty="0">
                <a:solidFill>
                  <a:srgbClr val="A3E635"/>
                </a:solidFill>
                <a:latin typeface="IBM Plex Mono"/>
              </a:rPr>
              <a:t>--- Final Results --- </a:t>
            </a:r>
            <a:endParaRPr lang="en-IN" sz="1425" b="0" i="0" u="none" dirty="0">
              <a:solidFill>
                <a:srgbClr val="A3E635"/>
              </a:solidFill>
              <a:latin typeface="IBM Plex Mono"/>
            </a:endParaRPr>
          </a:p>
          <a:p>
            <a:pPr algn="l"/>
            <a:r>
              <a:rPr sz="1425" b="0" i="0" u="none" dirty="0">
                <a:solidFill>
                  <a:srgbClr val="A3E635"/>
                </a:solidFill>
                <a:latin typeface="IBM Plex Mono"/>
              </a:rPr>
              <a:t>CNI: </a:t>
            </a:r>
            <a:r>
              <a:rPr lang="en-IN" sz="1425" b="0" i="0" u="none" dirty="0">
                <a:solidFill>
                  <a:srgbClr val="A3E635"/>
                </a:solidFill>
                <a:latin typeface="IBM Plex Mono"/>
              </a:rPr>
              <a:t>2</a:t>
            </a:r>
            <a:r>
              <a:rPr sz="1425" b="0" i="0" u="none" dirty="0">
                <a:solidFill>
                  <a:srgbClr val="A3E635"/>
                </a:solidFill>
                <a:latin typeface="IBM Plex Mono"/>
              </a:rPr>
              <a:t> </a:t>
            </a:r>
            <a:endParaRPr lang="en-IN" sz="1425" b="0" i="0" u="none" dirty="0">
              <a:solidFill>
                <a:srgbClr val="A3E635"/>
              </a:solidFill>
              <a:latin typeface="IBM Plex Mono"/>
            </a:endParaRPr>
          </a:p>
          <a:p>
            <a:pPr algn="l"/>
            <a:r>
              <a:rPr sz="1425" b="0" i="0" u="none" dirty="0">
                <a:solidFill>
                  <a:srgbClr val="A3E635"/>
                </a:solidFill>
                <a:latin typeface="IBM Plex Mono"/>
              </a:rPr>
              <a:t>SRB:</a:t>
            </a:r>
            <a:r>
              <a:rPr lang="en-IN" sz="1425" b="0" i="0" u="none" dirty="0">
                <a:solidFill>
                  <a:srgbClr val="A3E635"/>
                </a:solidFill>
                <a:latin typeface="IBM Plex Mono"/>
              </a:rPr>
              <a:t> </a:t>
            </a:r>
            <a:r>
              <a:rPr lang="en-IN" sz="1425" dirty="0">
                <a:solidFill>
                  <a:srgbClr val="A3E635"/>
                </a:solidFill>
                <a:latin typeface="IBM Plex Mono"/>
              </a:rPr>
              <a:t>0</a:t>
            </a:r>
            <a:endParaRPr sz="1425" b="0" i="0" u="none" dirty="0">
              <a:solidFill>
                <a:srgbClr val="A3E635"/>
              </a:solidFill>
              <a:latin typeface="IBM Plex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184" y="5824413"/>
            <a:ext cx="200025" cy="209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08039" y="1276350"/>
            <a:ext cx="7375921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FAFAF9"/>
                </a:solidFill>
                <a:latin typeface="Space Grotesk"/>
              </a:rPr>
              <a:t>Geo Tag Photo and git hub 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9453" y="5780047"/>
            <a:ext cx="9182001" cy="253916"/>
          </a:xfrm>
          <a:prstGeom prst="rect">
            <a:avLst/>
          </a:prstGeom>
          <a:noFill/>
        </p:spPr>
        <p:txBody>
          <a:bodyPr wrap="none" lIns="314325" tIns="0" rIns="0" bIns="0" anchor="t">
            <a:spAutoFit/>
          </a:bodyPr>
          <a:lstStyle/>
          <a:p>
            <a:pPr algn="ctr"/>
            <a:r>
              <a:rPr lang="en-IN" sz="1650" dirty="0">
                <a:solidFill>
                  <a:srgbClr val="38BDF8"/>
                </a:solidFill>
                <a:latin typeface="IBM Plex Mono"/>
              </a:rPr>
              <a:t>https://github.com/Arjun-Kireeti/JAVA-Student-Council-Election-Project</a:t>
            </a:r>
            <a:endParaRPr sz="1650" b="0" i="0" u="none" dirty="0">
              <a:solidFill>
                <a:srgbClr val="38BDF8"/>
              </a:solidFill>
              <a:latin typeface="IBM Plex Mono"/>
            </a:endParaRPr>
          </a:p>
        </p:txBody>
      </p:sp>
      <p:pic>
        <p:nvPicPr>
          <p:cNvPr id="12" name="Picture 11" descr="The image shows two people standing near a laptop and a map, with a reflective glass backdrop, likely in an office or commercial setting in Hyderabad, Telangana, India.&#10;&#10;AI-generated content may be incorrect.">
            <a:extLst>
              <a:ext uri="{FF2B5EF4-FFF2-40B4-BE49-F238E27FC236}">
                <a16:creationId xmlns:a16="http://schemas.microsoft.com/office/drawing/2014/main" id="{C8D109CB-792E-CB1B-FF54-C4E66A346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188" y="1857541"/>
            <a:ext cx="2709573" cy="36127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896</Words>
  <Application>Microsoft Office PowerPoint</Application>
  <PresentationFormat>Widescreen</PresentationFormat>
  <Paragraphs>131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Space Grotesk</vt:lpstr>
      <vt:lpstr>Calibri</vt:lpstr>
      <vt:lpstr>IBM Plex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Arjun Kireeti Nagumalli</cp:lastModifiedBy>
  <cp:revision>3</cp:revision>
  <dcterms:created xsi:type="dcterms:W3CDTF">2013-01-27T09:14:16Z</dcterms:created>
  <dcterms:modified xsi:type="dcterms:W3CDTF">2026-10-16T03:00:47Z</dcterms:modified>
  <cp:category/>
</cp:coreProperties>
</file>